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89" r:id="rId5"/>
    <p:sldId id="4107" r:id="rId6"/>
    <p:sldId id="293" r:id="rId7"/>
    <p:sldId id="298" r:id="rId8"/>
    <p:sldId id="309" r:id="rId9"/>
    <p:sldId id="300" r:id="rId10"/>
    <p:sldId id="292" r:id="rId11"/>
    <p:sldId id="304" r:id="rId12"/>
    <p:sldId id="4110" r:id="rId13"/>
    <p:sldId id="4109" r:id="rId14"/>
    <p:sldId id="295" r:id="rId15"/>
  </p:sldIdLst>
  <p:sldSz cx="12192000" cy="6858000"/>
  <p:notesSz cx="6400800" cy="117332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82BD"/>
    <a:srgbClr val="00BAB5"/>
    <a:srgbClr val="24A5C1"/>
    <a:srgbClr val="7F65BB"/>
    <a:srgbClr val="445469"/>
    <a:srgbClr val="70110C"/>
    <a:srgbClr val="9C2E46"/>
    <a:srgbClr val="972C44"/>
    <a:srgbClr val="F1F8C8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87897" autoAdjust="0"/>
  </p:normalViewPr>
  <p:slideViewPr>
    <p:cSldViewPr snapToGrid="0">
      <p:cViewPr varScale="1">
        <p:scale>
          <a:sx n="100" d="100"/>
          <a:sy n="100" d="100"/>
        </p:scale>
        <p:origin x="16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773680" cy="588699"/>
          </a:xfrm>
          <a:prstGeom prst="rect">
            <a:avLst/>
          </a:prstGeom>
        </p:spPr>
        <p:txBody>
          <a:bodyPr vert="horz" lIns="103589" tIns="51794" rIns="103589" bIns="5179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625640" y="1"/>
            <a:ext cx="2773680" cy="588699"/>
          </a:xfrm>
          <a:prstGeom prst="rect">
            <a:avLst/>
          </a:prstGeom>
        </p:spPr>
        <p:txBody>
          <a:bodyPr vert="horz" lIns="103589" tIns="51794" rIns="103589" bIns="51794" rtlCol="0"/>
          <a:lstStyle>
            <a:lvl1pPr algn="r">
              <a:defRPr sz="1300"/>
            </a:lvl1pPr>
          </a:lstStyle>
          <a:p>
            <a:fld id="{7651AB13-ABA5-4847-94DA-F5822BEE09EB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19088" y="1466850"/>
            <a:ext cx="7038976" cy="3960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3589" tIns="51794" rIns="103589" bIns="5179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40080" y="5646610"/>
            <a:ext cx="5120640" cy="4619952"/>
          </a:xfrm>
          <a:prstGeom prst="rect">
            <a:avLst/>
          </a:prstGeom>
        </p:spPr>
        <p:txBody>
          <a:bodyPr vert="horz" lIns="103589" tIns="51794" rIns="103589" bIns="5179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144516"/>
            <a:ext cx="2773680" cy="588697"/>
          </a:xfrm>
          <a:prstGeom prst="rect">
            <a:avLst/>
          </a:prstGeom>
        </p:spPr>
        <p:txBody>
          <a:bodyPr vert="horz" lIns="103589" tIns="51794" rIns="103589" bIns="5179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625640" y="11144516"/>
            <a:ext cx="2773680" cy="588697"/>
          </a:xfrm>
          <a:prstGeom prst="rect">
            <a:avLst/>
          </a:prstGeom>
        </p:spPr>
        <p:txBody>
          <a:bodyPr vert="horz" lIns="103589" tIns="51794" rIns="103589" bIns="51794" rtlCol="0" anchor="b"/>
          <a:lstStyle>
            <a:lvl1pPr algn="r">
              <a:defRPr sz="1300"/>
            </a:lvl1pPr>
          </a:lstStyle>
          <a:p>
            <a:fld id="{43EFF3DE-F642-4179-828D-13A7D89B3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33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Notes: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Keep this slide simple and visually appealing with the company logo and name.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an eye-catching title that reflects the importance of the presentation.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Mention your name and title as the presenter to establish credibility.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the date of the presentation for record-keeping purposes.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Ensure that your presentation is consistent with font (style and size), branding, color, and white space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Make sure that your slide are not too wordy or read from them, use your notes for points of reference</a:t>
            </a:r>
            <a:br>
              <a:rPr lang="en-US" dirty="0"/>
            </a:b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Questions to Consider: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Does the title clearly convey the purpose of the presentation?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Is the company logo prominently displayed and easily recognizable?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Will the audience easily understand who the presenter is and their role within the company?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Is the date of the presentation included for documentation and reference?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FF3DE-F642-4179-828D-13A7D89B34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79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FF3DE-F642-4179-828D-13A7D89B34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335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FF3DE-F642-4179-828D-13A7D89B34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52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FF3DE-F642-4179-828D-13A7D89B347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117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FF3DE-F642-4179-828D-13A7D89B34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807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FF3DE-F642-4179-828D-13A7D89B34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33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FF3DE-F642-4179-828D-13A7D89B34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46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FF3DE-F642-4179-828D-13A7D89B347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942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1C1917"/>
              </a:solidFill>
              <a:effectLst/>
              <a:latin typeface="-apple-syste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FF3DE-F642-4179-828D-13A7D89B347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071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B2625-7ABF-4BF2-BC92-5B82103D9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70" y="4466423"/>
            <a:ext cx="9096801" cy="1128198"/>
          </a:xfrm>
        </p:spPr>
        <p:txBody>
          <a:bodyPr anchor="t" anchorCtr="0"/>
          <a:lstStyle>
            <a:lvl1pPr algn="l">
              <a:lnSpc>
                <a:spcPct val="114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1F7C95-01C9-45BA-A0D0-0CB7DE5A1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70" y="3495519"/>
            <a:ext cx="9096801" cy="827881"/>
          </a:xfrm>
        </p:spPr>
        <p:txBody>
          <a:bodyPr anchor="b" anchorCtr="0"/>
          <a:lstStyle>
            <a:lvl1pPr marL="0" indent="0" algn="l">
              <a:buNone/>
              <a:defRPr sz="2400" b="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FCD56-F0D4-486F-B737-880A04C83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145" y="6515100"/>
            <a:ext cx="4562476" cy="17145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© Simple Technology Solutions, Inc. | Proprietary and Competition Sensitive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175C6-629E-4A6F-B142-7EBA286C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48622" y="6515100"/>
            <a:ext cx="1229053" cy="171450"/>
          </a:xfrm>
        </p:spPr>
        <p:txBody>
          <a:bodyPr/>
          <a:lstStyle/>
          <a:p>
            <a:fld id="{961A4495-CB0D-4CBC-839F-98F89DB11493}" type="slidenum">
              <a:rPr lang="en-US" smtClean="0"/>
              <a:t>‹#›</a:t>
            </a:fld>
            <a:endParaRPr lang="en-US"/>
          </a:p>
        </p:txBody>
      </p:sp>
      <p:pic>
        <p:nvPicPr>
          <p:cNvPr id="28" name="Picture 27" descr="STS logo">
            <a:extLst>
              <a:ext uri="{FF2B5EF4-FFF2-40B4-BE49-F238E27FC236}">
                <a16:creationId xmlns:a16="http://schemas.microsoft.com/office/drawing/2014/main" id="{40C22E9D-8A0E-4D46-BA11-1B56BE517C9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0277" y="5496794"/>
            <a:ext cx="2019298" cy="7936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C0C9FC6-8173-4FBD-9A0E-79E81751A7C6}"/>
              </a:ext>
            </a:extLst>
          </p:cNvPr>
          <p:cNvGrpSpPr/>
          <p:nvPr userDrawn="1"/>
        </p:nvGrpSpPr>
        <p:grpSpPr>
          <a:xfrm>
            <a:off x="313145" y="393788"/>
            <a:ext cx="11574055" cy="2958708"/>
            <a:chOff x="313145" y="393788"/>
            <a:chExt cx="11574055" cy="295870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F612AB1-2EAB-417B-AC87-B1C49CCF383E}"/>
                </a:ext>
              </a:extLst>
            </p:cNvPr>
            <p:cNvSpPr/>
            <p:nvPr userDrawn="1"/>
          </p:nvSpPr>
          <p:spPr>
            <a:xfrm>
              <a:off x="313145" y="393788"/>
              <a:ext cx="400050" cy="2958708"/>
            </a:xfrm>
            <a:custGeom>
              <a:avLst/>
              <a:gdLst>
                <a:gd name="connsiteX0" fmla="*/ 0 w 400050"/>
                <a:gd name="connsiteY0" fmla="*/ 0 h 3287124"/>
                <a:gd name="connsiteX1" fmla="*/ 400050 w 400050"/>
                <a:gd name="connsiteY1" fmla="*/ 0 h 3287124"/>
                <a:gd name="connsiteX2" fmla="*/ 400050 w 400050"/>
                <a:gd name="connsiteY2" fmla="*/ 190500 h 3287124"/>
                <a:gd name="connsiteX3" fmla="*/ 209550 w 400050"/>
                <a:gd name="connsiteY3" fmla="*/ 190500 h 3287124"/>
                <a:gd name="connsiteX4" fmla="*/ 209550 w 400050"/>
                <a:gd name="connsiteY4" fmla="*/ 3096624 h 3287124"/>
                <a:gd name="connsiteX5" fmla="*/ 400050 w 400050"/>
                <a:gd name="connsiteY5" fmla="*/ 3096624 h 3287124"/>
                <a:gd name="connsiteX6" fmla="*/ 400050 w 400050"/>
                <a:gd name="connsiteY6" fmla="*/ 3287124 h 3287124"/>
                <a:gd name="connsiteX7" fmla="*/ 0 w 400050"/>
                <a:gd name="connsiteY7" fmla="*/ 3287124 h 3287124"/>
                <a:gd name="connsiteX8" fmla="*/ 0 w 400050"/>
                <a:gd name="connsiteY8" fmla="*/ 3286263 h 3287124"/>
                <a:gd name="connsiteX9" fmla="*/ 0 w 400050"/>
                <a:gd name="connsiteY9" fmla="*/ 3096624 h 3287124"/>
                <a:gd name="connsiteX10" fmla="*/ 0 w 400050"/>
                <a:gd name="connsiteY10" fmla="*/ 190500 h 3287124"/>
                <a:gd name="connsiteX11" fmla="*/ 0 w 400050"/>
                <a:gd name="connsiteY11" fmla="*/ 0 h 3287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0050" h="3287124">
                  <a:moveTo>
                    <a:pt x="0" y="0"/>
                  </a:moveTo>
                  <a:lnTo>
                    <a:pt x="400050" y="0"/>
                  </a:lnTo>
                  <a:lnTo>
                    <a:pt x="400050" y="190500"/>
                  </a:lnTo>
                  <a:lnTo>
                    <a:pt x="209550" y="190500"/>
                  </a:lnTo>
                  <a:lnTo>
                    <a:pt x="209550" y="3096624"/>
                  </a:lnTo>
                  <a:lnTo>
                    <a:pt x="400050" y="3096624"/>
                  </a:lnTo>
                  <a:lnTo>
                    <a:pt x="400050" y="3287124"/>
                  </a:lnTo>
                  <a:lnTo>
                    <a:pt x="0" y="3287124"/>
                  </a:lnTo>
                  <a:lnTo>
                    <a:pt x="0" y="3286263"/>
                  </a:lnTo>
                  <a:lnTo>
                    <a:pt x="0" y="3096624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shade val="30000"/>
                    <a:satMod val="115000"/>
                  </a:schemeClr>
                </a:gs>
                <a:gs pos="50000">
                  <a:schemeClr val="bg2">
                    <a:shade val="67500"/>
                    <a:satMod val="115000"/>
                  </a:schemeClr>
                </a:gs>
                <a:gs pos="100000">
                  <a:schemeClr val="bg2"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8D9E7A3-97A2-4341-936D-8E6A9B9BBE44}"/>
                </a:ext>
              </a:extLst>
            </p:cNvPr>
            <p:cNvSpPr/>
            <p:nvPr userDrawn="1"/>
          </p:nvSpPr>
          <p:spPr>
            <a:xfrm rot="10800000">
              <a:off x="11487150" y="393788"/>
              <a:ext cx="400050" cy="2958708"/>
            </a:xfrm>
            <a:custGeom>
              <a:avLst/>
              <a:gdLst>
                <a:gd name="connsiteX0" fmla="*/ 0 w 400050"/>
                <a:gd name="connsiteY0" fmla="*/ 0 h 3287124"/>
                <a:gd name="connsiteX1" fmla="*/ 400050 w 400050"/>
                <a:gd name="connsiteY1" fmla="*/ 0 h 3287124"/>
                <a:gd name="connsiteX2" fmla="*/ 400050 w 400050"/>
                <a:gd name="connsiteY2" fmla="*/ 190500 h 3287124"/>
                <a:gd name="connsiteX3" fmla="*/ 209550 w 400050"/>
                <a:gd name="connsiteY3" fmla="*/ 190500 h 3287124"/>
                <a:gd name="connsiteX4" fmla="*/ 209550 w 400050"/>
                <a:gd name="connsiteY4" fmla="*/ 3096624 h 3287124"/>
                <a:gd name="connsiteX5" fmla="*/ 400050 w 400050"/>
                <a:gd name="connsiteY5" fmla="*/ 3096624 h 3287124"/>
                <a:gd name="connsiteX6" fmla="*/ 400050 w 400050"/>
                <a:gd name="connsiteY6" fmla="*/ 3287124 h 3287124"/>
                <a:gd name="connsiteX7" fmla="*/ 0 w 400050"/>
                <a:gd name="connsiteY7" fmla="*/ 3287124 h 3287124"/>
                <a:gd name="connsiteX8" fmla="*/ 0 w 400050"/>
                <a:gd name="connsiteY8" fmla="*/ 3286263 h 3287124"/>
                <a:gd name="connsiteX9" fmla="*/ 0 w 400050"/>
                <a:gd name="connsiteY9" fmla="*/ 3096624 h 3287124"/>
                <a:gd name="connsiteX10" fmla="*/ 0 w 400050"/>
                <a:gd name="connsiteY10" fmla="*/ 190500 h 3287124"/>
                <a:gd name="connsiteX11" fmla="*/ 0 w 400050"/>
                <a:gd name="connsiteY11" fmla="*/ 0 h 3287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0050" h="3287124">
                  <a:moveTo>
                    <a:pt x="0" y="0"/>
                  </a:moveTo>
                  <a:lnTo>
                    <a:pt x="400050" y="0"/>
                  </a:lnTo>
                  <a:lnTo>
                    <a:pt x="400050" y="190500"/>
                  </a:lnTo>
                  <a:lnTo>
                    <a:pt x="209550" y="190500"/>
                  </a:lnTo>
                  <a:lnTo>
                    <a:pt x="209550" y="3096624"/>
                  </a:lnTo>
                  <a:lnTo>
                    <a:pt x="400050" y="3096624"/>
                  </a:lnTo>
                  <a:lnTo>
                    <a:pt x="400050" y="3287124"/>
                  </a:lnTo>
                  <a:lnTo>
                    <a:pt x="0" y="3287124"/>
                  </a:lnTo>
                  <a:lnTo>
                    <a:pt x="0" y="3286263"/>
                  </a:lnTo>
                  <a:lnTo>
                    <a:pt x="0" y="3096624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shade val="30000"/>
                    <a:satMod val="115000"/>
                  </a:schemeClr>
                </a:gs>
                <a:gs pos="50000">
                  <a:schemeClr val="bg2">
                    <a:shade val="67500"/>
                    <a:satMod val="115000"/>
                  </a:schemeClr>
                </a:gs>
                <a:gs pos="100000">
                  <a:schemeClr val="bg2"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071D936-13A9-4823-BCA7-B7920C27FFF1}"/>
                </a:ext>
              </a:extLst>
            </p:cNvPr>
            <p:cNvSpPr/>
            <p:nvPr userDrawn="1"/>
          </p:nvSpPr>
          <p:spPr>
            <a:xfrm rot="5400000">
              <a:off x="2189817" y="-1026662"/>
              <a:ext cx="442482" cy="354437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8825A1C-5189-4CEB-90FB-F58BF5AC21FF}"/>
                </a:ext>
              </a:extLst>
            </p:cNvPr>
            <p:cNvSpPr/>
            <p:nvPr userDrawn="1"/>
          </p:nvSpPr>
          <p:spPr>
            <a:xfrm rot="5400000">
              <a:off x="2189817" y="1233657"/>
              <a:ext cx="442482" cy="354437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113642D-1301-404A-899A-5418E7A1899B}"/>
                </a:ext>
              </a:extLst>
            </p:cNvPr>
            <p:cNvPicPr/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8870" y="668280"/>
              <a:ext cx="3544838" cy="2409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6E0BC43-98D5-4F66-93B7-576830748212}"/>
                </a:ext>
              </a:extLst>
            </p:cNvPr>
            <p:cNvSpPr/>
            <p:nvPr userDrawn="1"/>
          </p:nvSpPr>
          <p:spPr>
            <a:xfrm rot="5400000">
              <a:off x="5866469" y="-1026662"/>
              <a:ext cx="442482" cy="354437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2501B32-70CC-45FE-A472-9E54A506B6CB}"/>
                </a:ext>
              </a:extLst>
            </p:cNvPr>
            <p:cNvSpPr/>
            <p:nvPr userDrawn="1"/>
          </p:nvSpPr>
          <p:spPr>
            <a:xfrm rot="5400000">
              <a:off x="5866469" y="1233657"/>
              <a:ext cx="442482" cy="354437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F6D9D35-FCAE-468E-80BD-0CAB06A86D95}"/>
                </a:ext>
              </a:extLst>
            </p:cNvPr>
            <p:cNvPicPr/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6191" y="667308"/>
              <a:ext cx="3544376" cy="24116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EA7287F-47E2-4953-9858-21F0B9987911}"/>
                </a:ext>
              </a:extLst>
            </p:cNvPr>
            <p:cNvSpPr/>
            <p:nvPr userDrawn="1"/>
          </p:nvSpPr>
          <p:spPr>
            <a:xfrm rot="5400000">
              <a:off x="9543329" y="-1026662"/>
              <a:ext cx="442482" cy="354437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2EDAFE6-663E-44A7-86BC-72A4A9AEF3C6}"/>
                </a:ext>
              </a:extLst>
            </p:cNvPr>
            <p:cNvSpPr/>
            <p:nvPr userDrawn="1"/>
          </p:nvSpPr>
          <p:spPr>
            <a:xfrm rot="5400000">
              <a:off x="9543329" y="1233657"/>
              <a:ext cx="442482" cy="354437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242A87E-5A05-4A42-837F-EE72A6CB8462}"/>
                </a:ext>
              </a:extLst>
            </p:cNvPr>
            <p:cNvPicPr/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3720" y="667308"/>
              <a:ext cx="3547696" cy="24116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446488F-5E1C-4EC4-B41A-3F381FCB58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175" y="5737644"/>
            <a:ext cx="9097963" cy="45201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159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283F4-2CF9-46F4-9CFA-8A30EFC09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32BAA-9A81-4F61-B356-45F024CEF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85DBA-904D-4C82-88FB-F9CC29892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FC91-8A03-41D4-A0F0-F1A32D6695D0}" type="datetime1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0311F-37D4-455A-9D06-C870C0D4D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© Simple Technology Solutions, Inc. | Proprietary and Competition Sensitive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E0B4E-9706-435E-9ADB-84472ABB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A4495-CB0D-4CBC-839F-98F89DB11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89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B9B96-7047-4E70-939C-25FECB29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199" y="4723417"/>
            <a:ext cx="7229475" cy="1281112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7834D-5C6B-4719-BB36-276742685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8199" y="3339420"/>
            <a:ext cx="7229475" cy="1109662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2400" b="0" cap="all" baseline="0">
                <a:solidFill>
                  <a:schemeClr val="tx2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CEBA1-0F3C-4140-A250-98DD41A42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519F-30E9-4BF9-ACD9-527374BCFE62}" type="datetime1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60D39-2B67-4C54-B357-ECA1C10D9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© Simple Technology Solutions, Inc. | Proprietary and Competition Sensitive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077DA-192A-4BE3-9CE3-A81A55D47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48622" y="6515100"/>
            <a:ext cx="1229053" cy="171450"/>
          </a:xfrm>
        </p:spPr>
        <p:txBody>
          <a:bodyPr/>
          <a:lstStyle/>
          <a:p>
            <a:fld id="{961A4495-CB0D-4CBC-839F-98F89DB11493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C46D9B8-2764-4369-B6E7-68014CF6E171}"/>
              </a:ext>
            </a:extLst>
          </p:cNvPr>
          <p:cNvSpPr/>
          <p:nvPr userDrawn="1"/>
        </p:nvSpPr>
        <p:spPr>
          <a:xfrm rot="5400000">
            <a:off x="2124077" y="-1314453"/>
            <a:ext cx="400050" cy="4019556"/>
          </a:xfrm>
          <a:custGeom>
            <a:avLst/>
            <a:gdLst>
              <a:gd name="connsiteX0" fmla="*/ 0 w 400050"/>
              <a:gd name="connsiteY0" fmla="*/ 0 h 3287124"/>
              <a:gd name="connsiteX1" fmla="*/ 400050 w 400050"/>
              <a:gd name="connsiteY1" fmla="*/ 0 h 3287124"/>
              <a:gd name="connsiteX2" fmla="*/ 400050 w 400050"/>
              <a:gd name="connsiteY2" fmla="*/ 190500 h 3287124"/>
              <a:gd name="connsiteX3" fmla="*/ 209550 w 400050"/>
              <a:gd name="connsiteY3" fmla="*/ 190500 h 3287124"/>
              <a:gd name="connsiteX4" fmla="*/ 209550 w 400050"/>
              <a:gd name="connsiteY4" fmla="*/ 3096624 h 3287124"/>
              <a:gd name="connsiteX5" fmla="*/ 400050 w 400050"/>
              <a:gd name="connsiteY5" fmla="*/ 3096624 h 3287124"/>
              <a:gd name="connsiteX6" fmla="*/ 400050 w 400050"/>
              <a:gd name="connsiteY6" fmla="*/ 3287124 h 3287124"/>
              <a:gd name="connsiteX7" fmla="*/ 0 w 400050"/>
              <a:gd name="connsiteY7" fmla="*/ 3287124 h 3287124"/>
              <a:gd name="connsiteX8" fmla="*/ 0 w 400050"/>
              <a:gd name="connsiteY8" fmla="*/ 3286263 h 3287124"/>
              <a:gd name="connsiteX9" fmla="*/ 0 w 400050"/>
              <a:gd name="connsiteY9" fmla="*/ 3096624 h 3287124"/>
              <a:gd name="connsiteX10" fmla="*/ 0 w 400050"/>
              <a:gd name="connsiteY10" fmla="*/ 190500 h 3287124"/>
              <a:gd name="connsiteX11" fmla="*/ 0 w 400050"/>
              <a:gd name="connsiteY11" fmla="*/ 0 h 3287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0050" h="3287124">
                <a:moveTo>
                  <a:pt x="0" y="0"/>
                </a:moveTo>
                <a:lnTo>
                  <a:pt x="400050" y="0"/>
                </a:lnTo>
                <a:lnTo>
                  <a:pt x="400050" y="190500"/>
                </a:lnTo>
                <a:lnTo>
                  <a:pt x="209550" y="190500"/>
                </a:lnTo>
                <a:lnTo>
                  <a:pt x="209550" y="3096624"/>
                </a:lnTo>
                <a:lnTo>
                  <a:pt x="400050" y="3096624"/>
                </a:lnTo>
                <a:lnTo>
                  <a:pt x="400050" y="3287124"/>
                </a:lnTo>
                <a:lnTo>
                  <a:pt x="0" y="3287124"/>
                </a:lnTo>
                <a:lnTo>
                  <a:pt x="0" y="3286263"/>
                </a:lnTo>
                <a:lnTo>
                  <a:pt x="0" y="3096624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75F8187-C02A-44FB-81EC-BA1F6AC9AAEE}"/>
              </a:ext>
            </a:extLst>
          </p:cNvPr>
          <p:cNvSpPr/>
          <p:nvPr userDrawn="1"/>
        </p:nvSpPr>
        <p:spPr>
          <a:xfrm rot="16200000">
            <a:off x="2124078" y="4152897"/>
            <a:ext cx="400050" cy="4019555"/>
          </a:xfrm>
          <a:custGeom>
            <a:avLst/>
            <a:gdLst>
              <a:gd name="connsiteX0" fmla="*/ 0 w 400050"/>
              <a:gd name="connsiteY0" fmla="*/ 0 h 3287124"/>
              <a:gd name="connsiteX1" fmla="*/ 400050 w 400050"/>
              <a:gd name="connsiteY1" fmla="*/ 0 h 3287124"/>
              <a:gd name="connsiteX2" fmla="*/ 400050 w 400050"/>
              <a:gd name="connsiteY2" fmla="*/ 190500 h 3287124"/>
              <a:gd name="connsiteX3" fmla="*/ 209550 w 400050"/>
              <a:gd name="connsiteY3" fmla="*/ 190500 h 3287124"/>
              <a:gd name="connsiteX4" fmla="*/ 209550 w 400050"/>
              <a:gd name="connsiteY4" fmla="*/ 3096624 h 3287124"/>
              <a:gd name="connsiteX5" fmla="*/ 400050 w 400050"/>
              <a:gd name="connsiteY5" fmla="*/ 3096624 h 3287124"/>
              <a:gd name="connsiteX6" fmla="*/ 400050 w 400050"/>
              <a:gd name="connsiteY6" fmla="*/ 3287124 h 3287124"/>
              <a:gd name="connsiteX7" fmla="*/ 0 w 400050"/>
              <a:gd name="connsiteY7" fmla="*/ 3287124 h 3287124"/>
              <a:gd name="connsiteX8" fmla="*/ 0 w 400050"/>
              <a:gd name="connsiteY8" fmla="*/ 3286263 h 3287124"/>
              <a:gd name="connsiteX9" fmla="*/ 0 w 400050"/>
              <a:gd name="connsiteY9" fmla="*/ 3096624 h 3287124"/>
              <a:gd name="connsiteX10" fmla="*/ 0 w 400050"/>
              <a:gd name="connsiteY10" fmla="*/ 190500 h 3287124"/>
              <a:gd name="connsiteX11" fmla="*/ 0 w 400050"/>
              <a:gd name="connsiteY11" fmla="*/ 0 h 3287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0050" h="3287124">
                <a:moveTo>
                  <a:pt x="0" y="0"/>
                </a:moveTo>
                <a:lnTo>
                  <a:pt x="400050" y="0"/>
                </a:lnTo>
                <a:lnTo>
                  <a:pt x="400050" y="190500"/>
                </a:lnTo>
                <a:lnTo>
                  <a:pt x="209550" y="190500"/>
                </a:lnTo>
                <a:lnTo>
                  <a:pt x="209550" y="3096624"/>
                </a:lnTo>
                <a:lnTo>
                  <a:pt x="400050" y="3096624"/>
                </a:lnTo>
                <a:lnTo>
                  <a:pt x="400050" y="3287124"/>
                </a:lnTo>
                <a:lnTo>
                  <a:pt x="0" y="3287124"/>
                </a:lnTo>
                <a:lnTo>
                  <a:pt x="0" y="3286263"/>
                </a:lnTo>
                <a:lnTo>
                  <a:pt x="0" y="3096624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8D1BE24-CF14-4E48-82B0-7323A84C1688}"/>
              </a:ext>
            </a:extLst>
          </p:cNvPr>
          <p:cNvSpPr/>
          <p:nvPr userDrawn="1"/>
        </p:nvSpPr>
        <p:spPr>
          <a:xfrm>
            <a:off x="3722541" y="800100"/>
            <a:ext cx="442482" cy="527105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0020829-19CD-4A0B-9677-1FD7C827CCE8}"/>
              </a:ext>
            </a:extLst>
          </p:cNvPr>
          <p:cNvSpPr/>
          <p:nvPr userDrawn="1"/>
        </p:nvSpPr>
        <p:spPr>
          <a:xfrm>
            <a:off x="487944" y="800101"/>
            <a:ext cx="442482" cy="527105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CBA1066-2678-4352-8DAD-51CF4FAF12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702" y="800100"/>
            <a:ext cx="3337560" cy="52578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pic>
        <p:nvPicPr>
          <p:cNvPr id="25" name="Picture 24" descr="Logo&#10;&#10;Description automatically generated">
            <a:extLst>
              <a:ext uri="{FF2B5EF4-FFF2-40B4-BE49-F238E27FC236}">
                <a16:creationId xmlns:a16="http://schemas.microsoft.com/office/drawing/2014/main" id="{5A70C3C5-FA0E-4637-9098-4B0E07AA60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354" y="476250"/>
            <a:ext cx="2286846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575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95E31-1540-436D-AF01-53747374B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49F95-BB3A-468A-8D53-35CDEFDBE9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4324" y="1371600"/>
            <a:ext cx="5705476" cy="49720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D1519-BD73-461C-8327-4E1ACB413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71600"/>
            <a:ext cx="5715000" cy="49720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8D411-168A-4270-AA34-FCB114392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BB7DC-1B8A-45ED-AC4C-6C9D4C979747}" type="datetime1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9E2B8-662C-4A1B-8C9A-2C78A4DCD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© Simple Technology Solutions, Inc. | Proprietary and Competition Sensitive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508D1-9CA8-435E-BBB4-B0BCBB592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A4495-CB0D-4CBC-839F-98F89DB11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620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E83CA-C077-4E75-810B-2BBF48BDE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3" y="495300"/>
            <a:ext cx="11572877" cy="8302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3B2C8-59A1-4C5C-81E9-6E11D63B1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4323" y="1373981"/>
            <a:ext cx="5683252" cy="653394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2000" b="0" cap="all" baseline="0">
                <a:solidFill>
                  <a:schemeClr val="tx2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56B159-F086-47D5-91AB-4DE1D29E1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4324" y="2075793"/>
            <a:ext cx="5683252" cy="42869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758A94-9935-44D8-ACB4-68DD37433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981"/>
            <a:ext cx="5715000" cy="653394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2000" b="0" cap="all" baseline="0">
                <a:solidFill>
                  <a:schemeClr val="tx2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EBCB8C-6857-4F39-9B32-F1F665C548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75793"/>
            <a:ext cx="5715000" cy="42869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92B457-0BB5-476D-8CE8-7788F91CC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2E245-9206-4366-BF4B-FD68C7C3F2C0}" type="datetime1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F51E5-31FD-4D7E-B2B5-4E48F2A4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© Simple Technology Solutions, Inc. | Proprietary and Competition Sensitive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7CF00-E615-4DB4-9F84-42CC3484A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A4495-CB0D-4CBC-839F-98F89DB11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27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5FA99-298E-4D78-900E-93E69ECC8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F2ACCA-71BE-4904-A8AC-033AA8E51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16EF-E8B0-4E8F-9030-8696A0D2C66B}" type="datetime1">
              <a:rPr lang="en-US" smtClean="0"/>
              <a:pPr/>
              <a:t>1/16/2024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23B60-5FF0-47C9-A29E-47E0E777D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© Simple Technology Solutions, Inc. | Proprietary and Competition Sensitive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11BC27-4C9E-4250-B21E-23CC41D6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A4495-CB0D-4CBC-839F-98F89DB114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6DAAE11-D359-46F2-999A-50659D435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4323" y="1373981"/>
            <a:ext cx="3700462" cy="653394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2000" b="0" cap="all" baseline="0">
                <a:solidFill>
                  <a:schemeClr val="tx2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4C2639C-F435-4BC3-A46C-B3EA88C92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4324" y="2075793"/>
            <a:ext cx="3700462" cy="42869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B92964E-F012-43F5-8F8B-78D75FBEA7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41005" y="1373981"/>
            <a:ext cx="3719506" cy="653394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2000" b="0" cap="all" baseline="0">
                <a:solidFill>
                  <a:schemeClr val="tx2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6AD6781C-3137-44B9-8F36-4B7708C92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41005" y="2075793"/>
            <a:ext cx="3719506" cy="42869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EB63069-E8B4-4B40-8243-B04400EBDF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86729" y="1373981"/>
            <a:ext cx="3690946" cy="653394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2000" b="0" cap="all" baseline="0">
                <a:solidFill>
                  <a:schemeClr val="tx2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ADA81D98-12FF-47FB-87D8-3CF4F91B2BC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86729" y="2075793"/>
            <a:ext cx="3690946" cy="42869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880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942B-4A6A-4774-BB6E-EC64420AD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A66E2-E6F7-445F-910D-62191E8A7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B9285-8486-4E1E-8748-5885C543539D}" type="datetime1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EC363F-68D2-488E-826B-C10FF6BF9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© Simple Technology Solutions, Inc. | Proprietary and Competition Sensitive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45C5BB-8A3D-4DC8-B3E6-72926EAC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A4495-CB0D-4CBC-839F-98F89DB11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506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E9B033-16A4-45C6-AB90-884D108AE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37B7-1F35-4666-BC8B-46AD2A268A49}" type="datetime1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A54507-E53A-4902-A523-42C313016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© Simple Technology Solutions, Inc. | Proprietary and Competition Sensitive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13987-97F6-464C-A585-CB65897E3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A4495-CB0D-4CBC-839F-98F89DB11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67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8D4F7-8246-4AE5-912E-188A77CB7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495300"/>
            <a:ext cx="3932237" cy="156210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317654-C0B6-468B-B3D3-2306364A3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324" y="2057400"/>
            <a:ext cx="3932237" cy="430530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2000" b="0" cap="all" baseline="0">
                <a:solidFill>
                  <a:schemeClr val="tx2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71184-65C1-4DFE-B684-37131CB15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5BA17-A601-41B8-AB8D-E87F8969062B}" type="datetime1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A4036-8B23-4FAB-9774-7670D351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© Simple Technology Solutions, Inc. | Proprietary and Competition Sensitive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B3961-56D5-446D-A7E6-A0E687DE9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A4495-CB0D-4CBC-839F-98F89DB1149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50DF1DF3-2C41-46B5-853D-E1F26F2B1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76800" y="495300"/>
            <a:ext cx="7010400" cy="58673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7523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CEB30-B969-48B5-AC6B-1C2625C24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9FBD8-59C6-4AA6-841F-90A7F75BF669}" type="datetime1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996DD-792B-4462-B825-F9DCB562A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© Simple Technology Solutions, Inc. | Proprietary and Competition Sensitive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459DC-5AB8-4C75-87DF-DDC92004A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A4495-CB0D-4CBC-839F-98F89DB1149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66040A0-052A-46CA-9514-CFB2E7529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495300"/>
            <a:ext cx="11572876" cy="830263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D24F67C-037C-40A4-80A7-455B4F68F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324" y="1399373"/>
            <a:ext cx="3932237" cy="43797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0" cap="all" baseline="0">
                <a:solidFill>
                  <a:schemeClr val="tx2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0196876-15BC-45B7-9011-B7E2BA5005CC}"/>
              </a:ext>
            </a:extLst>
          </p:cNvPr>
          <p:cNvSpPr/>
          <p:nvPr userDrawn="1"/>
        </p:nvSpPr>
        <p:spPr>
          <a:xfrm>
            <a:off x="4584700" y="1399373"/>
            <a:ext cx="400050" cy="4953349"/>
          </a:xfrm>
          <a:custGeom>
            <a:avLst/>
            <a:gdLst>
              <a:gd name="connsiteX0" fmla="*/ 0 w 400050"/>
              <a:gd name="connsiteY0" fmla="*/ 0 h 5857422"/>
              <a:gd name="connsiteX1" fmla="*/ 400050 w 400050"/>
              <a:gd name="connsiteY1" fmla="*/ 0 h 5857422"/>
              <a:gd name="connsiteX2" fmla="*/ 400050 w 400050"/>
              <a:gd name="connsiteY2" fmla="*/ 172357 h 5857422"/>
              <a:gd name="connsiteX3" fmla="*/ 200025 w 400050"/>
              <a:gd name="connsiteY3" fmla="*/ 172357 h 5857422"/>
              <a:gd name="connsiteX4" fmla="*/ 200025 w 400050"/>
              <a:gd name="connsiteY4" fmla="*/ 5685065 h 5857422"/>
              <a:gd name="connsiteX5" fmla="*/ 400050 w 400050"/>
              <a:gd name="connsiteY5" fmla="*/ 5685065 h 5857422"/>
              <a:gd name="connsiteX6" fmla="*/ 400050 w 400050"/>
              <a:gd name="connsiteY6" fmla="*/ 5857422 h 5857422"/>
              <a:gd name="connsiteX7" fmla="*/ 200025 w 400050"/>
              <a:gd name="connsiteY7" fmla="*/ 5857422 h 5857422"/>
              <a:gd name="connsiteX8" fmla="*/ 0 w 400050"/>
              <a:gd name="connsiteY8" fmla="*/ 5857422 h 5857422"/>
              <a:gd name="connsiteX9" fmla="*/ 0 w 400050"/>
              <a:gd name="connsiteY9" fmla="*/ 5685065 h 5857422"/>
              <a:gd name="connsiteX10" fmla="*/ 0 w 400050"/>
              <a:gd name="connsiteY10" fmla="*/ 172357 h 5857422"/>
              <a:gd name="connsiteX11" fmla="*/ 0 w 400050"/>
              <a:gd name="connsiteY11" fmla="*/ 9978 h 585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0050" h="5857422">
                <a:moveTo>
                  <a:pt x="0" y="0"/>
                </a:moveTo>
                <a:lnTo>
                  <a:pt x="400050" y="0"/>
                </a:lnTo>
                <a:lnTo>
                  <a:pt x="400050" y="172357"/>
                </a:lnTo>
                <a:lnTo>
                  <a:pt x="200025" y="172357"/>
                </a:lnTo>
                <a:lnTo>
                  <a:pt x="200025" y="5685065"/>
                </a:lnTo>
                <a:lnTo>
                  <a:pt x="400050" y="5685065"/>
                </a:lnTo>
                <a:lnTo>
                  <a:pt x="400050" y="5857422"/>
                </a:lnTo>
                <a:lnTo>
                  <a:pt x="200025" y="5857422"/>
                </a:lnTo>
                <a:lnTo>
                  <a:pt x="0" y="5857422"/>
                </a:lnTo>
                <a:lnTo>
                  <a:pt x="0" y="5685065"/>
                </a:lnTo>
                <a:lnTo>
                  <a:pt x="0" y="172357"/>
                </a:lnTo>
                <a:lnTo>
                  <a:pt x="0" y="9978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F71F4EA-683A-4AE7-AD40-D6C37FEB21CF}"/>
              </a:ext>
            </a:extLst>
          </p:cNvPr>
          <p:cNvSpPr/>
          <p:nvPr userDrawn="1"/>
        </p:nvSpPr>
        <p:spPr>
          <a:xfrm rot="10800000">
            <a:off x="11487150" y="1399373"/>
            <a:ext cx="400050" cy="4953349"/>
          </a:xfrm>
          <a:custGeom>
            <a:avLst/>
            <a:gdLst>
              <a:gd name="connsiteX0" fmla="*/ 0 w 400050"/>
              <a:gd name="connsiteY0" fmla="*/ 0 h 5857422"/>
              <a:gd name="connsiteX1" fmla="*/ 400050 w 400050"/>
              <a:gd name="connsiteY1" fmla="*/ 0 h 5857422"/>
              <a:gd name="connsiteX2" fmla="*/ 400050 w 400050"/>
              <a:gd name="connsiteY2" fmla="*/ 172357 h 5857422"/>
              <a:gd name="connsiteX3" fmla="*/ 200025 w 400050"/>
              <a:gd name="connsiteY3" fmla="*/ 172357 h 5857422"/>
              <a:gd name="connsiteX4" fmla="*/ 200025 w 400050"/>
              <a:gd name="connsiteY4" fmla="*/ 5685065 h 5857422"/>
              <a:gd name="connsiteX5" fmla="*/ 400050 w 400050"/>
              <a:gd name="connsiteY5" fmla="*/ 5685065 h 5857422"/>
              <a:gd name="connsiteX6" fmla="*/ 400050 w 400050"/>
              <a:gd name="connsiteY6" fmla="*/ 5857422 h 5857422"/>
              <a:gd name="connsiteX7" fmla="*/ 200025 w 400050"/>
              <a:gd name="connsiteY7" fmla="*/ 5857422 h 5857422"/>
              <a:gd name="connsiteX8" fmla="*/ 0 w 400050"/>
              <a:gd name="connsiteY8" fmla="*/ 5857422 h 5857422"/>
              <a:gd name="connsiteX9" fmla="*/ 0 w 400050"/>
              <a:gd name="connsiteY9" fmla="*/ 5685065 h 5857422"/>
              <a:gd name="connsiteX10" fmla="*/ 0 w 400050"/>
              <a:gd name="connsiteY10" fmla="*/ 172357 h 5857422"/>
              <a:gd name="connsiteX11" fmla="*/ 0 w 400050"/>
              <a:gd name="connsiteY11" fmla="*/ 9978 h 585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0050" h="5857422">
                <a:moveTo>
                  <a:pt x="0" y="0"/>
                </a:moveTo>
                <a:lnTo>
                  <a:pt x="400050" y="0"/>
                </a:lnTo>
                <a:lnTo>
                  <a:pt x="400050" y="172357"/>
                </a:lnTo>
                <a:lnTo>
                  <a:pt x="200025" y="172357"/>
                </a:lnTo>
                <a:lnTo>
                  <a:pt x="200025" y="5685065"/>
                </a:lnTo>
                <a:lnTo>
                  <a:pt x="400050" y="5685065"/>
                </a:lnTo>
                <a:lnTo>
                  <a:pt x="400050" y="5857422"/>
                </a:lnTo>
                <a:lnTo>
                  <a:pt x="200025" y="5857422"/>
                </a:lnTo>
                <a:lnTo>
                  <a:pt x="0" y="5857422"/>
                </a:lnTo>
                <a:lnTo>
                  <a:pt x="0" y="5685065"/>
                </a:lnTo>
                <a:lnTo>
                  <a:pt x="0" y="172357"/>
                </a:lnTo>
                <a:lnTo>
                  <a:pt x="0" y="9978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8A0295F-513A-4E8C-8E91-5EABF00597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76800" y="1649338"/>
            <a:ext cx="6718300" cy="443713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36E2701C-CAA6-4137-A540-2BB746153C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800" y="1911153"/>
            <a:ext cx="3941763" cy="44515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4680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CEB30-B969-48B5-AC6B-1C2625C24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9FBD8-59C6-4AA6-841F-90A7F75BF669}" type="datetime1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996DD-792B-4462-B825-F9DCB562A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© Simple Technology Solutions, Inc. | Proprietary and Competition Sensitive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459DC-5AB8-4C75-87DF-DDC92004A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A4495-CB0D-4CBC-839F-98F89DB1149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66040A0-052A-46CA-9514-CFB2E7529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495300"/>
            <a:ext cx="11572876" cy="830263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D24F67C-037C-40A4-80A7-455B4F68F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54961" y="1399373"/>
            <a:ext cx="3932237" cy="43797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0" cap="all" baseline="0">
                <a:solidFill>
                  <a:schemeClr val="tx2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0196876-15BC-45B7-9011-B7E2BA5005CC}"/>
              </a:ext>
            </a:extLst>
          </p:cNvPr>
          <p:cNvSpPr/>
          <p:nvPr userDrawn="1"/>
        </p:nvSpPr>
        <p:spPr>
          <a:xfrm>
            <a:off x="314324" y="1399373"/>
            <a:ext cx="400050" cy="4953349"/>
          </a:xfrm>
          <a:custGeom>
            <a:avLst/>
            <a:gdLst>
              <a:gd name="connsiteX0" fmla="*/ 0 w 400050"/>
              <a:gd name="connsiteY0" fmla="*/ 0 h 5857422"/>
              <a:gd name="connsiteX1" fmla="*/ 400050 w 400050"/>
              <a:gd name="connsiteY1" fmla="*/ 0 h 5857422"/>
              <a:gd name="connsiteX2" fmla="*/ 400050 w 400050"/>
              <a:gd name="connsiteY2" fmla="*/ 172357 h 5857422"/>
              <a:gd name="connsiteX3" fmla="*/ 200025 w 400050"/>
              <a:gd name="connsiteY3" fmla="*/ 172357 h 5857422"/>
              <a:gd name="connsiteX4" fmla="*/ 200025 w 400050"/>
              <a:gd name="connsiteY4" fmla="*/ 5685065 h 5857422"/>
              <a:gd name="connsiteX5" fmla="*/ 400050 w 400050"/>
              <a:gd name="connsiteY5" fmla="*/ 5685065 h 5857422"/>
              <a:gd name="connsiteX6" fmla="*/ 400050 w 400050"/>
              <a:gd name="connsiteY6" fmla="*/ 5857422 h 5857422"/>
              <a:gd name="connsiteX7" fmla="*/ 200025 w 400050"/>
              <a:gd name="connsiteY7" fmla="*/ 5857422 h 5857422"/>
              <a:gd name="connsiteX8" fmla="*/ 0 w 400050"/>
              <a:gd name="connsiteY8" fmla="*/ 5857422 h 5857422"/>
              <a:gd name="connsiteX9" fmla="*/ 0 w 400050"/>
              <a:gd name="connsiteY9" fmla="*/ 5685065 h 5857422"/>
              <a:gd name="connsiteX10" fmla="*/ 0 w 400050"/>
              <a:gd name="connsiteY10" fmla="*/ 172357 h 5857422"/>
              <a:gd name="connsiteX11" fmla="*/ 0 w 400050"/>
              <a:gd name="connsiteY11" fmla="*/ 9978 h 585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0050" h="5857422">
                <a:moveTo>
                  <a:pt x="0" y="0"/>
                </a:moveTo>
                <a:lnTo>
                  <a:pt x="400050" y="0"/>
                </a:lnTo>
                <a:lnTo>
                  <a:pt x="400050" y="172357"/>
                </a:lnTo>
                <a:lnTo>
                  <a:pt x="200025" y="172357"/>
                </a:lnTo>
                <a:lnTo>
                  <a:pt x="200025" y="5685065"/>
                </a:lnTo>
                <a:lnTo>
                  <a:pt x="400050" y="5685065"/>
                </a:lnTo>
                <a:lnTo>
                  <a:pt x="400050" y="5857422"/>
                </a:lnTo>
                <a:lnTo>
                  <a:pt x="200025" y="5857422"/>
                </a:lnTo>
                <a:lnTo>
                  <a:pt x="0" y="5857422"/>
                </a:lnTo>
                <a:lnTo>
                  <a:pt x="0" y="5685065"/>
                </a:lnTo>
                <a:lnTo>
                  <a:pt x="0" y="172357"/>
                </a:lnTo>
                <a:lnTo>
                  <a:pt x="0" y="9978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F71F4EA-683A-4AE7-AD40-D6C37FEB21CF}"/>
              </a:ext>
            </a:extLst>
          </p:cNvPr>
          <p:cNvSpPr/>
          <p:nvPr userDrawn="1"/>
        </p:nvSpPr>
        <p:spPr>
          <a:xfrm rot="10800000">
            <a:off x="7216774" y="1399373"/>
            <a:ext cx="400050" cy="4953349"/>
          </a:xfrm>
          <a:custGeom>
            <a:avLst/>
            <a:gdLst>
              <a:gd name="connsiteX0" fmla="*/ 0 w 400050"/>
              <a:gd name="connsiteY0" fmla="*/ 0 h 5857422"/>
              <a:gd name="connsiteX1" fmla="*/ 400050 w 400050"/>
              <a:gd name="connsiteY1" fmla="*/ 0 h 5857422"/>
              <a:gd name="connsiteX2" fmla="*/ 400050 w 400050"/>
              <a:gd name="connsiteY2" fmla="*/ 172357 h 5857422"/>
              <a:gd name="connsiteX3" fmla="*/ 200025 w 400050"/>
              <a:gd name="connsiteY3" fmla="*/ 172357 h 5857422"/>
              <a:gd name="connsiteX4" fmla="*/ 200025 w 400050"/>
              <a:gd name="connsiteY4" fmla="*/ 5685065 h 5857422"/>
              <a:gd name="connsiteX5" fmla="*/ 400050 w 400050"/>
              <a:gd name="connsiteY5" fmla="*/ 5685065 h 5857422"/>
              <a:gd name="connsiteX6" fmla="*/ 400050 w 400050"/>
              <a:gd name="connsiteY6" fmla="*/ 5857422 h 5857422"/>
              <a:gd name="connsiteX7" fmla="*/ 200025 w 400050"/>
              <a:gd name="connsiteY7" fmla="*/ 5857422 h 5857422"/>
              <a:gd name="connsiteX8" fmla="*/ 0 w 400050"/>
              <a:gd name="connsiteY8" fmla="*/ 5857422 h 5857422"/>
              <a:gd name="connsiteX9" fmla="*/ 0 w 400050"/>
              <a:gd name="connsiteY9" fmla="*/ 5685065 h 5857422"/>
              <a:gd name="connsiteX10" fmla="*/ 0 w 400050"/>
              <a:gd name="connsiteY10" fmla="*/ 172357 h 5857422"/>
              <a:gd name="connsiteX11" fmla="*/ 0 w 400050"/>
              <a:gd name="connsiteY11" fmla="*/ 9978 h 585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0050" h="5857422">
                <a:moveTo>
                  <a:pt x="0" y="0"/>
                </a:moveTo>
                <a:lnTo>
                  <a:pt x="400050" y="0"/>
                </a:lnTo>
                <a:lnTo>
                  <a:pt x="400050" y="172357"/>
                </a:lnTo>
                <a:lnTo>
                  <a:pt x="200025" y="172357"/>
                </a:lnTo>
                <a:lnTo>
                  <a:pt x="200025" y="5685065"/>
                </a:lnTo>
                <a:lnTo>
                  <a:pt x="400050" y="5685065"/>
                </a:lnTo>
                <a:lnTo>
                  <a:pt x="400050" y="5857422"/>
                </a:lnTo>
                <a:lnTo>
                  <a:pt x="200025" y="5857422"/>
                </a:lnTo>
                <a:lnTo>
                  <a:pt x="0" y="5857422"/>
                </a:lnTo>
                <a:lnTo>
                  <a:pt x="0" y="5685065"/>
                </a:lnTo>
                <a:lnTo>
                  <a:pt x="0" y="172357"/>
                </a:lnTo>
                <a:lnTo>
                  <a:pt x="0" y="9978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8A0295F-513A-4E8C-8E91-5EABF00597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6424" y="1649338"/>
            <a:ext cx="6718300" cy="443713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36E2701C-CAA6-4137-A540-2BB746153C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45437" y="1911153"/>
            <a:ext cx="3941763" cy="44515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2153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EABE626-1725-4D4A-A4DA-AFBDC6452231}"/>
              </a:ext>
            </a:extLst>
          </p:cNvPr>
          <p:cNvSpPr/>
          <p:nvPr userDrawn="1"/>
        </p:nvSpPr>
        <p:spPr>
          <a:xfrm>
            <a:off x="314325" y="0"/>
            <a:ext cx="4248150" cy="6362701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40AF1B2-2572-49D4-89AB-3F3A524C4F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0190" y="3127332"/>
            <a:ext cx="3616420" cy="260672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77FB0C-87D8-41A4-A26B-7BBAA6244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546" y="495301"/>
            <a:ext cx="7010654" cy="8302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BB3E09-BDA2-4BCA-81D5-5B6C344F6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16EF-E8B0-4E8F-9030-8696A0D2C66B}" type="datetime1">
              <a:rPr lang="en-US" smtClean="0"/>
              <a:pPr/>
              <a:t>1/16/2024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D28AFE-3354-4958-90B4-D22974736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© Simple Technology Solutions, Inc. | Proprietary and Competition Sensitive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9980F7-8BE0-424D-9B6B-C95A2BEC4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A4495-CB0D-4CBC-839F-98F89DB114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631D3BB-8C9E-4B72-B00C-F7E3671326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6799" y="1371283"/>
            <a:ext cx="7000876" cy="49914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3864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02FF3-5E89-44E9-86AD-A20DBF776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514351"/>
            <a:ext cx="11572876" cy="8112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0BCDCE-1D3E-4AE7-8E76-B8350D524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933BD-E2DD-428A-9CE9-9BE97C7C1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A702D-6596-4963-8546-E8A96CE8F3FB}" type="datetime1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49781-0E29-4EFA-80BA-095ADB90A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© Simple Technology Solutions, Inc. | Proprietary and Competition Sensitive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860A4-6A22-4F76-B5D3-605AB42B7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A4495-CB0D-4CBC-839F-98F89DB11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45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1A0B83-D82D-4D1A-9977-D7FC705338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885488" y="304799"/>
            <a:ext cx="811212" cy="6248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7DB08-4962-4AEA-A4C5-4C399532D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4444" y="304798"/>
            <a:ext cx="10386431" cy="6248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A2E41-5B23-4D58-A5B7-6DC4C8D2DA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-219076" y="4703233"/>
            <a:ext cx="876302" cy="171450"/>
          </a:xfrm>
        </p:spPr>
        <p:txBody>
          <a:bodyPr/>
          <a:lstStyle/>
          <a:p>
            <a:fld id="{129368F7-B0F4-4670-85D8-F1995DD69AAD}" type="datetime1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B0D35-7441-40D5-8F39-9ABD313D4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2062163" y="2481262"/>
            <a:ext cx="4562476" cy="171450"/>
          </a:xfrm>
        </p:spPr>
        <p:txBody>
          <a:bodyPr/>
          <a:lstStyle/>
          <a:p>
            <a:pPr algn="l"/>
            <a:r>
              <a:rPr lang="en-US"/>
              <a:t>© Simple Technology Solutions, Inc. | Proprietary and Competition Sensitive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7A62-3BEF-475D-8B9C-2BF353C7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95452" y="5852949"/>
            <a:ext cx="1229053" cy="171450"/>
          </a:xfrm>
        </p:spPr>
        <p:txBody>
          <a:bodyPr/>
          <a:lstStyle/>
          <a:p>
            <a:fld id="{961A4495-CB0D-4CBC-839F-98F89DB1149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28A7CF-CBDA-434A-AC65-1FF69E3C2E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87188" y="5968033"/>
            <a:ext cx="914324" cy="25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934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A4324-FE29-4D05-B119-F85C82BE3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0" y="3056565"/>
            <a:ext cx="7010399" cy="8302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80DC70-26AC-4986-B101-788D0B456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16EF-E8B0-4E8F-9030-8696A0D2C66B}" type="datetime1">
              <a:rPr lang="en-US" smtClean="0"/>
              <a:pPr/>
              <a:t>1/16/2024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577B38-6A48-457A-B346-D46C7F168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4" y="6515100"/>
            <a:ext cx="4562476" cy="171450"/>
          </a:xfrm>
        </p:spPr>
        <p:txBody>
          <a:bodyPr/>
          <a:lstStyle/>
          <a:p>
            <a:pPr algn="l"/>
            <a:r>
              <a:rPr lang="en-US"/>
              <a:t>© Simple Technology Solutions, Inc. | Proprietary and Competition Sensitive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7D53A4-8687-40CB-AF9B-32F14882A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A4495-CB0D-4CBC-839F-98F89DB1149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STS logo">
            <a:extLst>
              <a:ext uri="{FF2B5EF4-FFF2-40B4-BE49-F238E27FC236}">
                <a16:creationId xmlns:a16="http://schemas.microsoft.com/office/drawing/2014/main" id="{3F54314D-170C-4B41-9C16-4092E410B2B6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4" y="3093184"/>
            <a:ext cx="2441144" cy="95944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FF94302-C9D9-4795-BF40-4BF3AD98F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75709" y="4052626"/>
            <a:ext cx="7001966" cy="52502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0" cap="all" baseline="0">
                <a:solidFill>
                  <a:schemeClr val="tx2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45B39F1-CDC3-4208-8B21-9C093C17D6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5213" y="4743450"/>
            <a:ext cx="7002462" cy="1497013"/>
          </a:xfrm>
        </p:spPr>
        <p:txBody>
          <a:bodyPr/>
          <a:lstStyle>
            <a:lvl1pPr marL="0" indent="0">
              <a:buNone/>
              <a:defRPr/>
            </a:lvl1pPr>
            <a:lvl3pPr marL="5715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7BCB732-A8FE-49C4-BC92-89D93417B56B}"/>
              </a:ext>
            </a:extLst>
          </p:cNvPr>
          <p:cNvGrpSpPr/>
          <p:nvPr userDrawn="1"/>
        </p:nvGrpSpPr>
        <p:grpSpPr>
          <a:xfrm>
            <a:off x="4875213" y="632035"/>
            <a:ext cx="7011987" cy="1792494"/>
            <a:chOff x="313145" y="393788"/>
            <a:chExt cx="11574055" cy="295870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4DF20F6-E1F4-4764-8D03-380B82445CD9}"/>
                </a:ext>
              </a:extLst>
            </p:cNvPr>
            <p:cNvSpPr/>
            <p:nvPr userDrawn="1"/>
          </p:nvSpPr>
          <p:spPr>
            <a:xfrm>
              <a:off x="313145" y="393788"/>
              <a:ext cx="400050" cy="2958708"/>
            </a:xfrm>
            <a:custGeom>
              <a:avLst/>
              <a:gdLst>
                <a:gd name="connsiteX0" fmla="*/ 0 w 400050"/>
                <a:gd name="connsiteY0" fmla="*/ 0 h 3287124"/>
                <a:gd name="connsiteX1" fmla="*/ 400050 w 400050"/>
                <a:gd name="connsiteY1" fmla="*/ 0 h 3287124"/>
                <a:gd name="connsiteX2" fmla="*/ 400050 w 400050"/>
                <a:gd name="connsiteY2" fmla="*/ 190500 h 3287124"/>
                <a:gd name="connsiteX3" fmla="*/ 209550 w 400050"/>
                <a:gd name="connsiteY3" fmla="*/ 190500 h 3287124"/>
                <a:gd name="connsiteX4" fmla="*/ 209550 w 400050"/>
                <a:gd name="connsiteY4" fmla="*/ 3096624 h 3287124"/>
                <a:gd name="connsiteX5" fmla="*/ 400050 w 400050"/>
                <a:gd name="connsiteY5" fmla="*/ 3096624 h 3287124"/>
                <a:gd name="connsiteX6" fmla="*/ 400050 w 400050"/>
                <a:gd name="connsiteY6" fmla="*/ 3287124 h 3287124"/>
                <a:gd name="connsiteX7" fmla="*/ 0 w 400050"/>
                <a:gd name="connsiteY7" fmla="*/ 3287124 h 3287124"/>
                <a:gd name="connsiteX8" fmla="*/ 0 w 400050"/>
                <a:gd name="connsiteY8" fmla="*/ 3286263 h 3287124"/>
                <a:gd name="connsiteX9" fmla="*/ 0 w 400050"/>
                <a:gd name="connsiteY9" fmla="*/ 3096624 h 3287124"/>
                <a:gd name="connsiteX10" fmla="*/ 0 w 400050"/>
                <a:gd name="connsiteY10" fmla="*/ 190500 h 3287124"/>
                <a:gd name="connsiteX11" fmla="*/ 0 w 400050"/>
                <a:gd name="connsiteY11" fmla="*/ 0 h 3287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0050" h="3287124">
                  <a:moveTo>
                    <a:pt x="0" y="0"/>
                  </a:moveTo>
                  <a:lnTo>
                    <a:pt x="400050" y="0"/>
                  </a:lnTo>
                  <a:lnTo>
                    <a:pt x="400050" y="190500"/>
                  </a:lnTo>
                  <a:lnTo>
                    <a:pt x="209550" y="190500"/>
                  </a:lnTo>
                  <a:lnTo>
                    <a:pt x="209550" y="3096624"/>
                  </a:lnTo>
                  <a:lnTo>
                    <a:pt x="400050" y="3096624"/>
                  </a:lnTo>
                  <a:lnTo>
                    <a:pt x="400050" y="3287124"/>
                  </a:lnTo>
                  <a:lnTo>
                    <a:pt x="0" y="3287124"/>
                  </a:lnTo>
                  <a:lnTo>
                    <a:pt x="0" y="3286263"/>
                  </a:lnTo>
                  <a:lnTo>
                    <a:pt x="0" y="3096624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shade val="30000"/>
                    <a:satMod val="115000"/>
                  </a:schemeClr>
                </a:gs>
                <a:gs pos="50000">
                  <a:schemeClr val="bg2">
                    <a:shade val="67500"/>
                    <a:satMod val="115000"/>
                  </a:schemeClr>
                </a:gs>
                <a:gs pos="100000">
                  <a:schemeClr val="bg2"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D8A6510-D292-461D-9D9E-2B586ACE922F}"/>
                </a:ext>
              </a:extLst>
            </p:cNvPr>
            <p:cNvSpPr/>
            <p:nvPr userDrawn="1"/>
          </p:nvSpPr>
          <p:spPr>
            <a:xfrm rot="10800000">
              <a:off x="11487150" y="393788"/>
              <a:ext cx="400050" cy="2958708"/>
            </a:xfrm>
            <a:custGeom>
              <a:avLst/>
              <a:gdLst>
                <a:gd name="connsiteX0" fmla="*/ 0 w 400050"/>
                <a:gd name="connsiteY0" fmla="*/ 0 h 3287124"/>
                <a:gd name="connsiteX1" fmla="*/ 400050 w 400050"/>
                <a:gd name="connsiteY1" fmla="*/ 0 h 3287124"/>
                <a:gd name="connsiteX2" fmla="*/ 400050 w 400050"/>
                <a:gd name="connsiteY2" fmla="*/ 190500 h 3287124"/>
                <a:gd name="connsiteX3" fmla="*/ 209550 w 400050"/>
                <a:gd name="connsiteY3" fmla="*/ 190500 h 3287124"/>
                <a:gd name="connsiteX4" fmla="*/ 209550 w 400050"/>
                <a:gd name="connsiteY4" fmla="*/ 3096624 h 3287124"/>
                <a:gd name="connsiteX5" fmla="*/ 400050 w 400050"/>
                <a:gd name="connsiteY5" fmla="*/ 3096624 h 3287124"/>
                <a:gd name="connsiteX6" fmla="*/ 400050 w 400050"/>
                <a:gd name="connsiteY6" fmla="*/ 3287124 h 3287124"/>
                <a:gd name="connsiteX7" fmla="*/ 0 w 400050"/>
                <a:gd name="connsiteY7" fmla="*/ 3287124 h 3287124"/>
                <a:gd name="connsiteX8" fmla="*/ 0 w 400050"/>
                <a:gd name="connsiteY8" fmla="*/ 3286263 h 3287124"/>
                <a:gd name="connsiteX9" fmla="*/ 0 w 400050"/>
                <a:gd name="connsiteY9" fmla="*/ 3096624 h 3287124"/>
                <a:gd name="connsiteX10" fmla="*/ 0 w 400050"/>
                <a:gd name="connsiteY10" fmla="*/ 190500 h 3287124"/>
                <a:gd name="connsiteX11" fmla="*/ 0 w 400050"/>
                <a:gd name="connsiteY11" fmla="*/ 0 h 3287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0050" h="3287124">
                  <a:moveTo>
                    <a:pt x="0" y="0"/>
                  </a:moveTo>
                  <a:lnTo>
                    <a:pt x="400050" y="0"/>
                  </a:lnTo>
                  <a:lnTo>
                    <a:pt x="400050" y="190500"/>
                  </a:lnTo>
                  <a:lnTo>
                    <a:pt x="209550" y="190500"/>
                  </a:lnTo>
                  <a:lnTo>
                    <a:pt x="209550" y="3096624"/>
                  </a:lnTo>
                  <a:lnTo>
                    <a:pt x="400050" y="3096624"/>
                  </a:lnTo>
                  <a:lnTo>
                    <a:pt x="400050" y="3287124"/>
                  </a:lnTo>
                  <a:lnTo>
                    <a:pt x="0" y="3287124"/>
                  </a:lnTo>
                  <a:lnTo>
                    <a:pt x="0" y="3286263"/>
                  </a:lnTo>
                  <a:lnTo>
                    <a:pt x="0" y="3096624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shade val="30000"/>
                    <a:satMod val="115000"/>
                  </a:schemeClr>
                </a:gs>
                <a:gs pos="50000">
                  <a:schemeClr val="bg2">
                    <a:shade val="67500"/>
                    <a:satMod val="115000"/>
                  </a:schemeClr>
                </a:gs>
                <a:gs pos="100000">
                  <a:schemeClr val="bg2"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B53379C-8188-4C96-95CD-6FEBDDC0D41F}"/>
                </a:ext>
              </a:extLst>
            </p:cNvPr>
            <p:cNvSpPr/>
            <p:nvPr userDrawn="1"/>
          </p:nvSpPr>
          <p:spPr>
            <a:xfrm rot="5400000">
              <a:off x="2189817" y="-1043248"/>
              <a:ext cx="442482" cy="354437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7DCFF7D-4C73-4847-8505-EB698EC76741}"/>
                </a:ext>
              </a:extLst>
            </p:cNvPr>
            <p:cNvSpPr/>
            <p:nvPr userDrawn="1"/>
          </p:nvSpPr>
          <p:spPr>
            <a:xfrm rot="5400000">
              <a:off x="2189817" y="1250243"/>
              <a:ext cx="442482" cy="354437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5123377-BF3D-467F-BF03-A67333DEC76F}"/>
                </a:ext>
              </a:extLst>
            </p:cNvPr>
            <p:cNvPicPr/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8870" y="668280"/>
              <a:ext cx="3544838" cy="2409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F88C9F9-64CC-4E9C-AA4D-1D0D62FAE034}"/>
                </a:ext>
              </a:extLst>
            </p:cNvPr>
            <p:cNvSpPr/>
            <p:nvPr userDrawn="1"/>
          </p:nvSpPr>
          <p:spPr>
            <a:xfrm rot="5400000">
              <a:off x="5866468" y="-1043248"/>
              <a:ext cx="442482" cy="354437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7263B17-2237-49A1-B3AC-A4B7C73DECDD}"/>
                </a:ext>
              </a:extLst>
            </p:cNvPr>
            <p:cNvSpPr/>
            <p:nvPr userDrawn="1"/>
          </p:nvSpPr>
          <p:spPr>
            <a:xfrm rot="5400000">
              <a:off x="5866468" y="1250243"/>
              <a:ext cx="442482" cy="354437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8D4006B-1363-49D6-8DB6-4E312B07AD0B}"/>
                </a:ext>
              </a:extLst>
            </p:cNvPr>
            <p:cNvPicPr/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6191" y="667308"/>
              <a:ext cx="3544376" cy="24116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003F061-39D7-43EC-94F1-CE43F024382E}"/>
                </a:ext>
              </a:extLst>
            </p:cNvPr>
            <p:cNvSpPr/>
            <p:nvPr userDrawn="1"/>
          </p:nvSpPr>
          <p:spPr>
            <a:xfrm rot="5400000">
              <a:off x="9543329" y="-1043248"/>
              <a:ext cx="442482" cy="354437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1C872A4-ADB2-4F6B-94ED-32AE13E3C994}"/>
                </a:ext>
              </a:extLst>
            </p:cNvPr>
            <p:cNvSpPr/>
            <p:nvPr userDrawn="1"/>
          </p:nvSpPr>
          <p:spPr>
            <a:xfrm rot="5400000">
              <a:off x="9543329" y="1250243"/>
              <a:ext cx="442482" cy="354437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04C15FA7-ECBB-4436-B890-B424CAD74442}"/>
                </a:ext>
              </a:extLst>
            </p:cNvPr>
            <p:cNvPicPr/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3720" y="667308"/>
              <a:ext cx="3547696" cy="241166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668722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478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2FE7D9-DDD8-4A42-B890-5EF536FD0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495300"/>
            <a:ext cx="11572876" cy="8302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CAFDB-3BF2-4D37-8D45-667D4CC83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371601"/>
            <a:ext cx="11582400" cy="4972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77C9F-B009-44F8-8934-46B03DB892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57849" y="6515100"/>
            <a:ext cx="876302" cy="1714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98C016EF-E8B0-4E8F-9030-8696A0D2C66B}" type="datetime1">
              <a:rPr lang="en-US" smtClean="0"/>
              <a:pPr/>
              <a:t>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1779D-13AD-450C-B5D0-4BCEB591EF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4324" y="6515100"/>
            <a:ext cx="4562476" cy="1714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algn="l"/>
            <a:r>
              <a:rPr lang="en-US"/>
              <a:t>© Simple Technology Solutions, Inc. | Proprietary and Competition Sensitive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99CC5-EC8D-4B05-A08A-83961AFE4E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48623" y="6515099"/>
            <a:ext cx="1229052" cy="18573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961A4495-CB0D-4CBC-839F-98F89DB1149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A08A08-8D15-4519-9098-16B3D58658EF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350" y="157165"/>
            <a:ext cx="914324" cy="25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681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2" r:id="rId6"/>
    <p:sldLayoutId id="2147483654" r:id="rId7"/>
    <p:sldLayoutId id="2147483655" r:id="rId8"/>
    <p:sldLayoutId id="2147483656" r:id="rId9"/>
    <p:sldLayoutId id="2147483657" r:id="rId10"/>
    <p:sldLayoutId id="2147483663" r:id="rId11"/>
    <p:sldLayoutId id="2147483660" r:id="rId12"/>
    <p:sldLayoutId id="2147483658" r:id="rId13"/>
    <p:sldLayoutId id="2147483659" r:id="rId14"/>
    <p:sldLayoutId id="2147483661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114000"/>
        </a:lnSpc>
        <a:spcBef>
          <a:spcPct val="0"/>
        </a:spcBef>
        <a:buNone/>
        <a:defRPr sz="2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14000"/>
        </a:lnSpc>
        <a:spcBef>
          <a:spcPts val="1000"/>
        </a:spcBef>
        <a:buClr>
          <a:schemeClr val="bg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71450" algn="l" defTabSz="914400" rtl="0" eaLnBrk="1" latinLnBrk="0" hangingPunct="1">
        <a:lnSpc>
          <a:spcPct val="114000"/>
        </a:lnSpc>
        <a:spcBef>
          <a:spcPts val="500"/>
        </a:spcBef>
        <a:buClr>
          <a:schemeClr val="bg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171450" algn="l" defTabSz="914400" rtl="0" eaLnBrk="1" latinLnBrk="0" hangingPunct="1">
        <a:lnSpc>
          <a:spcPct val="114000"/>
        </a:lnSpc>
        <a:spcBef>
          <a:spcPts val="500"/>
        </a:spcBef>
        <a:buClr>
          <a:schemeClr val="bg2"/>
        </a:buClr>
        <a:buSzPct val="100000"/>
        <a:buFont typeface="Wingdings" panose="05000000000000000000" pitchFamily="2" charset="2"/>
        <a:buChar char="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-171450" algn="l" defTabSz="914400" rtl="0" eaLnBrk="1" latinLnBrk="0" hangingPunct="1">
        <a:lnSpc>
          <a:spcPct val="114000"/>
        </a:lnSpc>
        <a:spcBef>
          <a:spcPts val="500"/>
        </a:spcBef>
        <a:buClr>
          <a:schemeClr val="bg2"/>
        </a:buClr>
        <a:buSzPct val="85000"/>
        <a:buFont typeface="Wingdings 2" panose="05020102010507070707" pitchFamily="18" charset="2"/>
        <a:buChar char="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14450" indent="-171450" algn="l" defTabSz="914400" rtl="0" eaLnBrk="1" latinLnBrk="0" hangingPunct="1">
        <a:lnSpc>
          <a:spcPct val="114000"/>
        </a:lnSpc>
        <a:spcBef>
          <a:spcPts val="500"/>
        </a:spcBef>
        <a:buClr>
          <a:schemeClr val="bg2"/>
        </a:buClr>
        <a:buFont typeface="Roboto Condensed" panose="020000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08" userDrawn="1">
          <p15:clr>
            <a:srgbClr val="F26B43"/>
          </p15:clr>
        </p15:guide>
        <p15:guide id="2" pos="192" userDrawn="1">
          <p15:clr>
            <a:srgbClr val="F26B43"/>
          </p15:clr>
        </p15:guide>
        <p15:guide id="3" pos="7488" userDrawn="1">
          <p15:clr>
            <a:srgbClr val="F26B43"/>
          </p15:clr>
        </p15:guide>
        <p15:guide id="4" orient="horz" pos="312" userDrawn="1">
          <p15:clr>
            <a:srgbClr val="F26B43"/>
          </p15:clr>
        </p15:guide>
        <p15:guide id="5" orient="horz" pos="864" userDrawn="1">
          <p15:clr>
            <a:srgbClr val="F26B43"/>
          </p15:clr>
        </p15:guide>
        <p15:guide id="6" orient="horz" pos="41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 descr="An organic corner shape">
            <a:extLst>
              <a:ext uri="{FF2B5EF4-FFF2-40B4-BE49-F238E27FC236}">
                <a16:creationId xmlns:a16="http://schemas.microsoft.com/office/drawing/2014/main" id="{36A16F9A-6E0C-61F4-FFCA-B03235CFB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7994" y="0"/>
            <a:ext cx="6882620" cy="782854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816CA-56BD-DC17-FB7E-E0D2F1D19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15100"/>
            <a:ext cx="12192000" cy="185734"/>
          </a:xfrm>
        </p:spPr>
        <p:txBody>
          <a:bodyPr/>
          <a:lstStyle/>
          <a:p>
            <a:r>
              <a:rPr lang="en-US" dirty="0"/>
              <a:t>© Simple Technology Solutions, Inc.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43668-00D4-20C5-D88F-6B07CBF6E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A4495-CB0D-4CBC-839F-98F89DB11493}" type="slidenum">
              <a:rPr lang="en-US" smtClean="0"/>
              <a:t>1</a:t>
            </a:fld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BF8D43C-49C2-9FD4-A1FE-1F5C3DA9AABB}"/>
              </a:ext>
            </a:extLst>
          </p:cNvPr>
          <p:cNvGrpSpPr/>
          <p:nvPr/>
        </p:nvGrpSpPr>
        <p:grpSpPr>
          <a:xfrm>
            <a:off x="4751097" y="3104689"/>
            <a:ext cx="5897525" cy="1740026"/>
            <a:chOff x="4751097" y="3104689"/>
            <a:chExt cx="5897525" cy="1740026"/>
          </a:xfrm>
        </p:grpSpPr>
        <p:sp>
          <p:nvSpPr>
            <p:cNvPr id="20" name="Google Shape;111;p2">
              <a:extLst>
                <a:ext uri="{FF2B5EF4-FFF2-40B4-BE49-F238E27FC236}">
                  <a16:creationId xmlns:a16="http://schemas.microsoft.com/office/drawing/2014/main" id="{9DD122F2-475A-FFE1-D142-10317B3F7EC2}"/>
                </a:ext>
              </a:extLst>
            </p:cNvPr>
            <p:cNvSpPr txBox="1">
              <a:spLocks/>
            </p:cNvSpPr>
            <p:nvPr/>
          </p:nvSpPr>
          <p:spPr>
            <a:xfrm>
              <a:off x="4751097" y="3104689"/>
              <a:ext cx="5897525" cy="6486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400"/>
                <a:buFont typeface="Roboto Black"/>
                <a:buNone/>
                <a:defRPr sz="2400" b="0" i="0" u="none" strike="noStrike" cap="none">
                  <a:solidFill>
                    <a:schemeClr val="accent2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lvl1pPr>
              <a:lvl2pPr marR="0" lvl="1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400"/>
                <a:buFont typeface="Roboto Black"/>
                <a:buNone/>
                <a:defRPr sz="2400" b="0" i="0" u="none" strike="noStrike" cap="none">
                  <a:solidFill>
                    <a:schemeClr val="accent2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lvl2pPr>
              <a:lvl3pPr marR="0" lvl="2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400"/>
                <a:buFont typeface="Roboto Black"/>
                <a:buNone/>
                <a:defRPr sz="2400" b="0" i="0" u="none" strike="noStrike" cap="none">
                  <a:solidFill>
                    <a:schemeClr val="accent2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lvl3pPr>
              <a:lvl4pPr marR="0" lvl="3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400"/>
                <a:buFont typeface="Roboto Black"/>
                <a:buNone/>
                <a:defRPr sz="2400" b="0" i="0" u="none" strike="noStrike" cap="none">
                  <a:solidFill>
                    <a:schemeClr val="accent2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lvl4pPr>
              <a:lvl5pPr marR="0" lvl="4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400"/>
                <a:buFont typeface="Roboto Black"/>
                <a:buNone/>
                <a:defRPr sz="2400" b="0" i="0" u="none" strike="noStrike" cap="none">
                  <a:solidFill>
                    <a:schemeClr val="accent2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lvl5pPr>
              <a:lvl6pPr marR="0" lvl="5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400"/>
                <a:buFont typeface="Roboto Black"/>
                <a:buNone/>
                <a:defRPr sz="2400" b="0" i="0" u="none" strike="noStrike" cap="none">
                  <a:solidFill>
                    <a:schemeClr val="accent2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lvl6pPr>
              <a:lvl7pPr marR="0" lvl="6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400"/>
                <a:buFont typeface="Roboto Black"/>
                <a:buNone/>
                <a:defRPr sz="2400" b="0" i="0" u="none" strike="noStrike" cap="none">
                  <a:solidFill>
                    <a:schemeClr val="accent2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lvl7pPr>
              <a:lvl8pPr marR="0" lvl="7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400"/>
                <a:buFont typeface="Roboto Black"/>
                <a:buNone/>
                <a:defRPr sz="2400" b="0" i="0" u="none" strike="noStrike" cap="none">
                  <a:solidFill>
                    <a:schemeClr val="accent2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lvl8pPr>
              <a:lvl9pPr marR="0" lvl="8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400"/>
                <a:buFont typeface="Roboto Black"/>
                <a:buNone/>
                <a:defRPr sz="2400" b="0" i="0" u="none" strike="noStrike" cap="none">
                  <a:solidFill>
                    <a:schemeClr val="accent2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lvl9pPr>
            </a:lstStyle>
            <a:p>
              <a:pPr algn="ctr">
                <a:buSzPts val="3200"/>
              </a:pPr>
              <a:endParaRPr lang="en-US" dirty="0"/>
            </a:p>
          </p:txBody>
        </p:sp>
        <p:sp>
          <p:nvSpPr>
            <p:cNvPr id="22" name="Google Shape;111;p2">
              <a:extLst>
                <a:ext uri="{FF2B5EF4-FFF2-40B4-BE49-F238E27FC236}">
                  <a16:creationId xmlns:a16="http://schemas.microsoft.com/office/drawing/2014/main" id="{011A2813-C14D-3B4E-0B78-CC4B762391E7}"/>
                </a:ext>
              </a:extLst>
            </p:cNvPr>
            <p:cNvSpPr txBox="1">
              <a:spLocks/>
            </p:cNvSpPr>
            <p:nvPr/>
          </p:nvSpPr>
          <p:spPr>
            <a:xfrm>
              <a:off x="4751098" y="3898772"/>
              <a:ext cx="5897524" cy="945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400"/>
                <a:buFont typeface="Roboto Black"/>
                <a:buNone/>
                <a:defRPr sz="2400" b="0" i="0" u="none" strike="noStrike" cap="none">
                  <a:solidFill>
                    <a:schemeClr val="accent2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lvl1pPr>
              <a:lvl2pPr marR="0" lvl="1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400"/>
                <a:buFont typeface="Roboto Black"/>
                <a:buNone/>
                <a:defRPr sz="2400" b="0" i="0" u="none" strike="noStrike" cap="none">
                  <a:solidFill>
                    <a:schemeClr val="accent2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lvl2pPr>
              <a:lvl3pPr marR="0" lvl="2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400"/>
                <a:buFont typeface="Roboto Black"/>
                <a:buNone/>
                <a:defRPr sz="2400" b="0" i="0" u="none" strike="noStrike" cap="none">
                  <a:solidFill>
                    <a:schemeClr val="accent2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lvl3pPr>
              <a:lvl4pPr marR="0" lvl="3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400"/>
                <a:buFont typeface="Roboto Black"/>
                <a:buNone/>
                <a:defRPr sz="2400" b="0" i="0" u="none" strike="noStrike" cap="none">
                  <a:solidFill>
                    <a:schemeClr val="accent2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lvl4pPr>
              <a:lvl5pPr marR="0" lvl="4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400"/>
                <a:buFont typeface="Roboto Black"/>
                <a:buNone/>
                <a:defRPr sz="2400" b="0" i="0" u="none" strike="noStrike" cap="none">
                  <a:solidFill>
                    <a:schemeClr val="accent2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lvl5pPr>
              <a:lvl6pPr marR="0" lvl="5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400"/>
                <a:buFont typeface="Roboto Black"/>
                <a:buNone/>
                <a:defRPr sz="2400" b="0" i="0" u="none" strike="noStrike" cap="none">
                  <a:solidFill>
                    <a:schemeClr val="accent2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lvl6pPr>
              <a:lvl7pPr marR="0" lvl="6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400"/>
                <a:buFont typeface="Roboto Black"/>
                <a:buNone/>
                <a:defRPr sz="2400" b="0" i="0" u="none" strike="noStrike" cap="none">
                  <a:solidFill>
                    <a:schemeClr val="accent2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lvl7pPr>
              <a:lvl8pPr marR="0" lvl="7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400"/>
                <a:buFont typeface="Roboto Black"/>
                <a:buNone/>
                <a:defRPr sz="2400" b="0" i="0" u="none" strike="noStrike" cap="none">
                  <a:solidFill>
                    <a:schemeClr val="accent2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lvl8pPr>
              <a:lvl9pPr marR="0" lvl="8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400"/>
                <a:buFont typeface="Roboto Black"/>
                <a:buNone/>
                <a:defRPr sz="2400" b="0" i="0" u="none" strike="noStrike" cap="none">
                  <a:solidFill>
                    <a:schemeClr val="accent2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lvl9pPr>
            </a:lstStyle>
            <a:p>
              <a:pPr algn="ctr">
                <a:buSzPts val="3200"/>
              </a:pPr>
              <a:endParaRPr lang="en-US" dirty="0">
                <a:latin typeface="Roboto Condensed" panose="02000000000000000000" pitchFamily="2" charset="0"/>
                <a:ea typeface="Roboto Condensed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70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7AD41F-0E65-FD4E-BE75-7ABA31CC14FC}"/>
              </a:ext>
            </a:extLst>
          </p:cNvPr>
          <p:cNvSpPr txBox="1"/>
          <p:nvPr/>
        </p:nvSpPr>
        <p:spPr>
          <a:xfrm>
            <a:off x="992400" y="407931"/>
            <a:ext cx="10668000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600" b="1" cap="all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Header</a:t>
            </a:r>
            <a:endParaRPr lang="en-US" sz="3600" b="1" spc="-145" dirty="0">
              <a:solidFill>
                <a:schemeClr val="accent2"/>
              </a:solidFill>
              <a:latin typeface="+mj-lt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981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697E9-DB9C-B94C-7650-F07288DA6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374087"/>
            <a:ext cx="11572876" cy="830263"/>
          </a:xfrm>
        </p:spPr>
        <p:txBody>
          <a:bodyPr/>
          <a:lstStyle/>
          <a:p>
            <a:pPr algn="ctr"/>
            <a:r>
              <a:rPr lang="en-US" sz="3600" b="1" cap="all" dirty="0"/>
              <a:t>Header</a:t>
            </a:r>
            <a:endParaRPr lang="en-US" sz="3600" b="1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9DA0438-D3AA-0161-D63B-4FB66050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Simple Technology Solutions, Inc.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43668-00D4-20C5-D88F-6B07CBF6E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A4495-CB0D-4CBC-839F-98F89DB11493}" type="slidenum">
              <a:rPr lang="en-US" smtClean="0"/>
              <a:t>3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418F24-9D25-B60E-3C16-3E8FACC4F52A}"/>
              </a:ext>
            </a:extLst>
          </p:cNvPr>
          <p:cNvSpPr/>
          <p:nvPr/>
        </p:nvSpPr>
        <p:spPr>
          <a:xfrm>
            <a:off x="0" y="956942"/>
            <a:ext cx="12192000" cy="45719"/>
          </a:xfrm>
          <a:prstGeom prst="rect">
            <a:avLst/>
          </a:prstGeom>
          <a:solidFill>
            <a:srgbClr val="7011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An organic corner shape">
            <a:extLst>
              <a:ext uri="{FF2B5EF4-FFF2-40B4-BE49-F238E27FC236}">
                <a16:creationId xmlns:a16="http://schemas.microsoft.com/office/drawing/2014/main" id="{C2164627-DE77-48CB-DB02-2C394C699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 flipH="1">
            <a:off x="-3267" y="3268"/>
            <a:ext cx="1644296" cy="1637761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3739DB0-88CF-E1DE-E727-2B9CF220C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480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697E9-DB9C-B94C-7650-F07288DA6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3904"/>
            <a:ext cx="12192000" cy="698122"/>
          </a:xfrm>
        </p:spPr>
        <p:txBody>
          <a:bodyPr/>
          <a:lstStyle/>
          <a:p>
            <a:pPr algn="ctr"/>
            <a:r>
              <a:rPr lang="en-US" sz="3600" b="1" cap="all" dirty="0"/>
              <a:t>Header</a:t>
            </a:r>
            <a:endParaRPr lang="en-US" sz="36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43668-00D4-20C5-D88F-6B07CBF6E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A4495-CB0D-4CBC-839F-98F89DB11493}" type="slidenum">
              <a:rPr lang="en-US" smtClean="0"/>
              <a:t>4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418F24-9D25-B60E-3C16-3E8FACC4F52A}"/>
              </a:ext>
            </a:extLst>
          </p:cNvPr>
          <p:cNvSpPr/>
          <p:nvPr/>
        </p:nvSpPr>
        <p:spPr>
          <a:xfrm>
            <a:off x="0" y="956942"/>
            <a:ext cx="12192000" cy="45719"/>
          </a:xfrm>
          <a:prstGeom prst="rect">
            <a:avLst/>
          </a:prstGeom>
          <a:solidFill>
            <a:srgbClr val="7011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9DA0438-D3AA-0161-D63B-4FB66050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15100"/>
            <a:ext cx="12192000" cy="185734"/>
          </a:xfrm>
        </p:spPr>
        <p:txBody>
          <a:bodyPr/>
          <a:lstStyle/>
          <a:p>
            <a:r>
              <a:rPr lang="en-US" dirty="0"/>
              <a:t>© Simple Technology Solutions, Inc. </a:t>
            </a:r>
          </a:p>
        </p:txBody>
      </p:sp>
      <p:pic>
        <p:nvPicPr>
          <p:cNvPr id="5" name="Graphic 4" descr="An organic corner shape">
            <a:extLst>
              <a:ext uri="{FF2B5EF4-FFF2-40B4-BE49-F238E27FC236}">
                <a16:creationId xmlns:a16="http://schemas.microsoft.com/office/drawing/2014/main" id="{B05C598E-9555-AD5C-7516-B1B0FD5400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1" y="5220238"/>
            <a:ext cx="1644296" cy="163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09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A6836E-C603-43CB-9DA7-89D8E3FA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6007DD-F9BF-4F0F-B8C6-C514B2841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A0FAFCA-5C96-453B-83B7-A9AEF7F1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0F84AE-A24D-4353-B1BA-BD80DAA38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F093259-3E74-43A1-944B-B106C8105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AA28A35-1E54-4054-BB95-42FAFA13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BA3A17F-F3BD-4B94-9CC8-006700210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73A54-79F9-B971-D52B-9EC61A3C81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9E28FC91-8A03-41D4-A0F0-F1A32D6695D0}" type="datetime1">
              <a:rPr lang="en-US" sz="1200" smtClean="0"/>
              <a:pPr algn="l">
                <a:spcAft>
                  <a:spcPts val="600"/>
                </a:spcAft>
              </a:pPr>
              <a:t>1/16/2024</a:t>
            </a:fld>
            <a:endParaRPr lang="en-US" sz="12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D0398DD-AD75-4E2B-A3C6-35073082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5" y="3658536"/>
            <a:ext cx="3655725" cy="2743201"/>
            <a:chOff x="-305" y="-1"/>
            <a:chExt cx="3832880" cy="2876136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3E4F247-A844-4CD1-A37E-B7EA0DA2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2387B1B-D4D3-493F-8D7A-C7A89DBD4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3404477-1F13-4859-84DA-12A303AC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B8C62FD-B708-4F00-80BB-1250C6011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0BC9F-62ED-CAE3-6E24-219AFA23C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© Simple Technology Solutions, Inc. | Proprietary and Competition Sensitive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A9322-84E4-45E0-3AF1-770110585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61A4495-CB0D-4CBC-839F-98F89DB11493}" type="slidenum">
              <a:rPr lang="en-US" sz="1200" smtClean="0"/>
              <a:pPr>
                <a:spcAft>
                  <a:spcPts val="600"/>
                </a:spcAft>
              </a:pPr>
              <a:t>5</a:t>
            </a:fld>
            <a:endParaRPr lang="en-US" sz="12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AF1979-FBD2-6370-334B-14DC88CF7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813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An organic corner shape">
            <a:extLst>
              <a:ext uri="{FF2B5EF4-FFF2-40B4-BE49-F238E27FC236}">
                <a16:creationId xmlns:a16="http://schemas.microsoft.com/office/drawing/2014/main" id="{D170FDC6-5C7E-4122-6529-DF332F793B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 flipH="1">
            <a:off x="10550971" y="5216971"/>
            <a:ext cx="1644296" cy="16377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3697E9-DB9C-B94C-7650-F07288DA6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3904"/>
            <a:ext cx="12192000" cy="698122"/>
          </a:xfrm>
        </p:spPr>
        <p:txBody>
          <a:bodyPr/>
          <a:lstStyle/>
          <a:p>
            <a:pPr algn="ctr"/>
            <a:endParaRPr lang="en-US" sz="36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43668-00D4-20C5-D88F-6B07CBF6E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A4495-CB0D-4CBC-839F-98F89DB11493}" type="slidenum">
              <a:rPr lang="en-US" smtClean="0"/>
              <a:t>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418F24-9D25-B60E-3C16-3E8FACC4F52A}"/>
              </a:ext>
            </a:extLst>
          </p:cNvPr>
          <p:cNvSpPr/>
          <p:nvPr/>
        </p:nvSpPr>
        <p:spPr>
          <a:xfrm>
            <a:off x="0" y="956942"/>
            <a:ext cx="12192000" cy="45719"/>
          </a:xfrm>
          <a:prstGeom prst="rect">
            <a:avLst/>
          </a:prstGeom>
          <a:solidFill>
            <a:srgbClr val="7011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9DA0438-D3AA-0161-D63B-4FB66050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15100"/>
            <a:ext cx="12192000" cy="185734"/>
          </a:xfrm>
        </p:spPr>
        <p:txBody>
          <a:bodyPr/>
          <a:lstStyle/>
          <a:p>
            <a:r>
              <a:rPr lang="en-US" dirty="0"/>
              <a:t>© Simple Technology Solutions, Inc.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3D83DA-3E91-B76A-A157-7F22EC1EC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401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43668-00D4-20C5-D88F-6B07CBF6E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A4495-CB0D-4CBC-839F-98F89DB11493}" type="slidenum">
              <a:rPr lang="en-US" smtClean="0"/>
              <a:t>7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418F24-9D25-B60E-3C16-3E8FACC4F52A}"/>
              </a:ext>
            </a:extLst>
          </p:cNvPr>
          <p:cNvSpPr/>
          <p:nvPr/>
        </p:nvSpPr>
        <p:spPr>
          <a:xfrm>
            <a:off x="0" y="956942"/>
            <a:ext cx="12192000" cy="45719"/>
          </a:xfrm>
          <a:prstGeom prst="rect">
            <a:avLst/>
          </a:prstGeom>
          <a:solidFill>
            <a:srgbClr val="7011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9DA0438-D3AA-0161-D63B-4FB66050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15100"/>
            <a:ext cx="12192000" cy="185734"/>
          </a:xfrm>
        </p:spPr>
        <p:txBody>
          <a:bodyPr/>
          <a:lstStyle/>
          <a:p>
            <a:r>
              <a:rPr lang="en-US" dirty="0"/>
              <a:t>© Simple Technology Solutions, Inc. </a:t>
            </a:r>
          </a:p>
        </p:txBody>
      </p:sp>
      <p:pic>
        <p:nvPicPr>
          <p:cNvPr id="5" name="Graphic 4" descr="An organic corner shape">
            <a:extLst>
              <a:ext uri="{FF2B5EF4-FFF2-40B4-BE49-F238E27FC236}">
                <a16:creationId xmlns:a16="http://schemas.microsoft.com/office/drawing/2014/main" id="{F0CE0DF8-A145-3F26-85DB-2DFD71F045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1" y="5220238"/>
            <a:ext cx="1644296" cy="1637761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6E2038AD-12D4-ED70-BD6F-E0D5F7994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39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An organic corner shape">
            <a:extLst>
              <a:ext uri="{FF2B5EF4-FFF2-40B4-BE49-F238E27FC236}">
                <a16:creationId xmlns:a16="http://schemas.microsoft.com/office/drawing/2014/main" id="{1BED277E-D192-3450-1D38-BF62996292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 flipH="1">
            <a:off x="10550971" y="5216971"/>
            <a:ext cx="1644296" cy="163776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43668-00D4-20C5-D88F-6B07CBF6E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A4495-CB0D-4CBC-839F-98F89DB11493}" type="slidenum">
              <a:rPr lang="en-US" smtClean="0"/>
              <a:t>8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418F24-9D25-B60E-3C16-3E8FACC4F52A}"/>
              </a:ext>
            </a:extLst>
          </p:cNvPr>
          <p:cNvSpPr/>
          <p:nvPr/>
        </p:nvSpPr>
        <p:spPr>
          <a:xfrm>
            <a:off x="0" y="956942"/>
            <a:ext cx="12192000" cy="45719"/>
          </a:xfrm>
          <a:prstGeom prst="rect">
            <a:avLst/>
          </a:prstGeom>
          <a:solidFill>
            <a:srgbClr val="7011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9DA0438-D3AA-0161-D63B-4FB66050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15100"/>
            <a:ext cx="12192000" cy="185734"/>
          </a:xfrm>
        </p:spPr>
        <p:txBody>
          <a:bodyPr/>
          <a:lstStyle/>
          <a:p>
            <a:r>
              <a:rPr lang="en-US" dirty="0"/>
              <a:t>© Simple Technology Solutions, Inc. </a:t>
            </a:r>
          </a:p>
        </p:txBody>
      </p:sp>
      <p:pic>
        <p:nvPicPr>
          <p:cNvPr id="7" name="Graphic 6" descr="An organic corner shape">
            <a:extLst>
              <a:ext uri="{FF2B5EF4-FFF2-40B4-BE49-F238E27FC236}">
                <a16:creationId xmlns:a16="http://schemas.microsoft.com/office/drawing/2014/main" id="{0482E31B-3BBB-C3EA-0723-A5141280F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 flipH="1">
            <a:off x="-3267" y="3268"/>
            <a:ext cx="1644296" cy="1637761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D941D57-8213-D200-A4D1-73AD193CA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77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An organic corner shape">
            <a:extLst>
              <a:ext uri="{FF2B5EF4-FFF2-40B4-BE49-F238E27FC236}">
                <a16:creationId xmlns:a16="http://schemas.microsoft.com/office/drawing/2014/main" id="{1BED277E-D192-3450-1D38-BF62996292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 flipH="1">
            <a:off x="10550971" y="5216971"/>
            <a:ext cx="1644296" cy="163776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43668-00D4-20C5-D88F-6B07CBF6E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A4495-CB0D-4CBC-839F-98F89DB11493}" type="slidenum">
              <a:rPr lang="en-US" smtClean="0"/>
              <a:t>9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418F24-9D25-B60E-3C16-3E8FACC4F52A}"/>
              </a:ext>
            </a:extLst>
          </p:cNvPr>
          <p:cNvSpPr/>
          <p:nvPr/>
        </p:nvSpPr>
        <p:spPr>
          <a:xfrm>
            <a:off x="0" y="956942"/>
            <a:ext cx="12192000" cy="45719"/>
          </a:xfrm>
          <a:prstGeom prst="rect">
            <a:avLst/>
          </a:prstGeom>
          <a:solidFill>
            <a:srgbClr val="7011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9DA0438-D3AA-0161-D63B-4FB66050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15100"/>
            <a:ext cx="12192000" cy="185734"/>
          </a:xfrm>
        </p:spPr>
        <p:txBody>
          <a:bodyPr/>
          <a:lstStyle/>
          <a:p>
            <a:r>
              <a:rPr lang="en-US" dirty="0"/>
              <a:t>© Simple Technology Solutions, Inc. </a:t>
            </a:r>
          </a:p>
        </p:txBody>
      </p:sp>
      <p:pic>
        <p:nvPicPr>
          <p:cNvPr id="7" name="Graphic 6" descr="An organic corner shape">
            <a:extLst>
              <a:ext uri="{FF2B5EF4-FFF2-40B4-BE49-F238E27FC236}">
                <a16:creationId xmlns:a16="http://schemas.microsoft.com/office/drawing/2014/main" id="{0482E31B-3BBB-C3EA-0723-A5141280F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 flipH="1">
            <a:off x="-3267" y="3268"/>
            <a:ext cx="1644296" cy="1637761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C260D29-7D87-4C53-6587-EAFBF1999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512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777F70-D19F-6749-E880-996D49AAE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37B7-1F35-4666-BC8B-46AD2A268A49}" type="datetime1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25F569-C2C2-D438-8E53-CAD2B11C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© Simple Technology Solutions, Inc. | Proprietary and Competition Sensitive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21148-C0D5-F502-A6CD-791F8DA98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A4495-CB0D-4CBC-839F-98F89DB1149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4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697E9-DB9C-B94C-7650-F07288DA6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3904"/>
            <a:ext cx="12192000" cy="698122"/>
          </a:xfrm>
        </p:spPr>
        <p:txBody>
          <a:bodyPr/>
          <a:lstStyle/>
          <a:p>
            <a:pPr algn="ctr"/>
            <a:r>
              <a:rPr lang="en-US" sz="3500" b="1" cap="all" dirty="0"/>
              <a:t>Header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43668-00D4-20C5-D88F-6B07CBF6E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A4495-CB0D-4CBC-839F-98F89DB11493}" type="slidenum">
              <a:rPr lang="en-US" smtClean="0"/>
              <a:t>11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418F24-9D25-B60E-3C16-3E8FACC4F52A}"/>
              </a:ext>
            </a:extLst>
          </p:cNvPr>
          <p:cNvSpPr/>
          <p:nvPr/>
        </p:nvSpPr>
        <p:spPr>
          <a:xfrm>
            <a:off x="0" y="956942"/>
            <a:ext cx="12192000" cy="45719"/>
          </a:xfrm>
          <a:prstGeom prst="rect">
            <a:avLst/>
          </a:prstGeom>
          <a:solidFill>
            <a:srgbClr val="7011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An organic corner shape">
            <a:extLst>
              <a:ext uri="{FF2B5EF4-FFF2-40B4-BE49-F238E27FC236}">
                <a16:creationId xmlns:a16="http://schemas.microsoft.com/office/drawing/2014/main" id="{36A16F9A-6E0C-61F4-FFCA-B03235CFB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1" y="5220238"/>
            <a:ext cx="1644296" cy="1637761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9DA0438-D3AA-0161-D63B-4FB66050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15100"/>
            <a:ext cx="12192000" cy="185734"/>
          </a:xfrm>
        </p:spPr>
        <p:txBody>
          <a:bodyPr/>
          <a:lstStyle/>
          <a:p>
            <a:r>
              <a:rPr lang="en-US" dirty="0"/>
              <a:t>© Simple Technology Solutions, Inc. </a:t>
            </a:r>
          </a:p>
        </p:txBody>
      </p:sp>
    </p:spTree>
    <p:extLst>
      <p:ext uri="{BB962C8B-B14F-4D97-AF65-F5344CB8AC3E}">
        <p14:creationId xmlns:p14="http://schemas.microsoft.com/office/powerpoint/2010/main" val="222590120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technology.io">
  <a:themeElements>
    <a:clrScheme name="STS - Proposals">
      <a:dk1>
        <a:srgbClr val="000000"/>
      </a:dk1>
      <a:lt1>
        <a:srgbClr val="FFFFFF"/>
      </a:lt1>
      <a:dk2>
        <a:srgbClr val="70110C"/>
      </a:dk2>
      <a:lt2>
        <a:srgbClr val="972C44"/>
      </a:lt2>
      <a:accent1>
        <a:srgbClr val="1D7596"/>
      </a:accent1>
      <a:accent2>
        <a:srgbClr val="123B4A"/>
      </a:accent2>
      <a:accent3>
        <a:srgbClr val="659633"/>
      </a:accent3>
      <a:accent4>
        <a:srgbClr val="074A11"/>
      </a:accent4>
      <a:accent5>
        <a:srgbClr val="F2EBD7"/>
      </a:accent5>
      <a:accent6>
        <a:srgbClr val="C94C26"/>
      </a:accent6>
      <a:hlink>
        <a:srgbClr val="123B4A"/>
      </a:hlink>
      <a:folHlink>
        <a:srgbClr val="1D7596"/>
      </a:folHlink>
    </a:clrScheme>
    <a:fontScheme name="STS - Presentations">
      <a:majorFont>
        <a:latin typeface="Roboto Black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143CA5838B954A8CE174CEB4D4852F" ma:contentTypeVersion="12" ma:contentTypeDescription="Create a new document." ma:contentTypeScope="" ma:versionID="dccb616806168e311146ec810ecfda6c">
  <xsd:schema xmlns:xsd="http://www.w3.org/2001/XMLSchema" xmlns:xs="http://www.w3.org/2001/XMLSchema" xmlns:p="http://schemas.microsoft.com/office/2006/metadata/properties" xmlns:ns2="433df2b8-77a7-448c-a9a7-a626f63e932e" xmlns:ns3="87c03ddf-0d04-4ce0-a6af-76eece7798e1" targetNamespace="http://schemas.microsoft.com/office/2006/metadata/properties" ma:root="true" ma:fieldsID="c4e71e8a17ae3a4117650cfe193be3ef" ns2:_="" ns3:_="">
    <xsd:import namespace="433df2b8-77a7-448c-a9a7-a626f63e932e"/>
    <xsd:import namespace="87c03ddf-0d04-4ce0-a6af-76eece7798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3df2b8-77a7-448c-a9a7-a626f63e93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02785e96-b920-4f49-8799-83f53814a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c03ddf-0d04-4ce0-a6af-76eece7798e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b616395-5d2c-478e-9d32-d5e33cf86ea8}" ma:internalName="TaxCatchAll" ma:showField="CatchAllData" ma:web="87c03ddf-0d04-4ce0-a6af-76eece7798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3df2b8-77a7-448c-a9a7-a626f63e932e">
      <Terms xmlns="http://schemas.microsoft.com/office/infopath/2007/PartnerControls"/>
    </lcf76f155ced4ddcb4097134ff3c332f>
    <TaxCatchAll xmlns="87c03ddf-0d04-4ce0-a6af-76eece7798e1" xsi:nil="true"/>
    <SharedWithUsers xmlns="87c03ddf-0d04-4ce0-a6af-76eece7798e1">
      <UserInfo>
        <DisplayName>Everett Roberts @ STS</DisplayName>
        <AccountId>76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A9E3B906-CFA6-4543-AEA9-CA37B404A4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1B3CE8-8F89-4934-B194-15C1D40BCD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3df2b8-77a7-448c-a9a7-a626f63e932e"/>
    <ds:schemaRef ds:uri="87c03ddf-0d04-4ce0-a6af-76eece7798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849EDF1-8139-4698-8AA1-7AF5D488C388}">
  <ds:schemaRefs>
    <ds:schemaRef ds:uri="d363961d-a49b-4629-bd2e-f84766f36237"/>
    <ds:schemaRef ds:uri="http://schemas.microsoft.com/office/2006/metadata/properties"/>
    <ds:schemaRef ds:uri="http://schemas.microsoft.com/office/infopath/2007/PartnerControls"/>
    <ds:schemaRef ds:uri="http://www.w3.org/2000/xmlns/"/>
    <ds:schemaRef ds:uri="433df2b8-77a7-448c-a9a7-a626f63e932e"/>
    <ds:schemaRef ds:uri="87c03ddf-0d04-4ce0-a6af-76eece7798e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9336</TotalTime>
  <Words>251</Words>
  <Application>Microsoft Office PowerPoint</Application>
  <PresentationFormat>Widescreen</PresentationFormat>
  <Paragraphs>48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-apple-system</vt:lpstr>
      <vt:lpstr>Arial</vt:lpstr>
      <vt:lpstr>Calibri</vt:lpstr>
      <vt:lpstr>Roboto Black</vt:lpstr>
      <vt:lpstr>Roboto Condensed</vt:lpstr>
      <vt:lpstr>Wingdings</vt:lpstr>
      <vt:lpstr>Wingdings 2</vt:lpstr>
      <vt:lpstr>simpletechnology.io</vt:lpstr>
      <vt:lpstr>PowerPoint Presentation</vt:lpstr>
      <vt:lpstr>PowerPoint Presentation</vt:lpstr>
      <vt:lpstr>Header</vt:lpstr>
      <vt:lpstr>Header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Header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STS New PPT Template</dc:title>
  <dc:creator>Simple Technology Solutions</dc:creator>
  <cp:lastModifiedBy>Colleen Cauley @ STS</cp:lastModifiedBy>
  <cp:revision>154</cp:revision>
  <dcterms:created xsi:type="dcterms:W3CDTF">2021-08-27T17:39:55Z</dcterms:created>
  <dcterms:modified xsi:type="dcterms:W3CDTF">2024-01-16T18:37:39Z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0x010100B3143CA5838B954A8CE174CEB4D4852F</vt:lpwstr>
  </property>
  <property fmtid="{D5CDD505-2E9C-101B-9397-08002B2CF9AE}" pid="3" name="MediaServiceImageTags">
    <vt:lpwstr/>
  </property>
</Properties>
</file>