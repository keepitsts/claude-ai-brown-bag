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Building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From Idea to Deployed App in One Afternoon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5661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Rudy Zauel  |  Simple Technology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Brown Bag  |  April 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3E6B"/>
                </a:solidFill>
                <a:latin typeface="Calibri"/>
              </a:defRPr>
            </a:pPr>
            <a:r>
              <a:t>"Your officers cover 20% of U.S. landmass across 855+ locations.</a:t>
            </a:r>
            <a:br/>
            <a:r>
              <a:t>Before every shift, someone needs to know: weather, fires, earthquakes,</a:t>
            </a:r>
            <a:br/>
            <a:r>
              <a:t>crime trends, sunrise/sunset. That information exists across six</a:t>
            </a:r>
            <a:br/>
            <a:r>
              <a:t>different government websites. Nobody checks all six."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206240"/>
            <a:ext cx="292608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279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Open-Meteo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Weather &amp; Forecasts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206240"/>
            <a:ext cx="292608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279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USGS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Earthquake Activity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4206240"/>
            <a:ext cx="292608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279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NASA FIRMS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Wildfire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212080"/>
            <a:ext cx="292608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5285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FBI Crime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623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Crime Statistics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5212080"/>
            <a:ext cx="292608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5285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Nominatim / OSM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623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Geocoding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5212080"/>
            <a:ext cx="292608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5285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Open-Meteo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623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Astronomy &amp;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Meet TRAILHEAD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B82F6"/>
                </a:solidFill>
                <a:latin typeface="Calibri"/>
              </a:defRPr>
            </a:pPr>
            <a:r>
              <a:t>Federal Lands Daily Briefing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An AI-powered situational awareness tool that pulls real-time data from six public APIs and uses Claude to synthesize everything into a single, actionable briefing — like a morning roll call briefing that writes itself.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F1  Location Selector — 25 federal land sites across 6 agencies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29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F2  Real-Time Dashboard — weather, seismic, fire, crime, astronomy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3192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F3  AI Daily Briefing — Claude synthesizes all data into a roll call briefing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43484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434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F4  Interactive Map — Leaflet map with fire and earthquake overlays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F5  Briefing History — browse and compare past briefings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42900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429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F6  Multi-Location Watch List — monitor multiple sites at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931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F7  Shareable Export — copy or print-friendly briefing 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LIVE NOW    trailhead-pearl.vercel.app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  <a:latin typeface="Calibri"/>
              </a:defRPr>
            </a:pPr>
            <a:r>
              <a:t>trailhead-pearl.vercel.app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20624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B82F6"/>
                </a:solidFill>
                <a:latin typeface="Calibri"/>
              </a:rPr>
              <a:t>1  </a:t>
            </a:r>
            <a:r>
              <a:rPr sz="1600">
                <a:solidFill>
                  <a:srgbClr val="94A3B8"/>
                </a:solidFill>
                <a:latin typeface="Calibri"/>
              </a:rPr>
              <a:t>Select a location  (Yellowstone National Park)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590288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B82F6"/>
                </a:solidFill>
                <a:latin typeface="Calibri"/>
              </a:rPr>
              <a:t>2  </a:t>
            </a:r>
            <a:r>
              <a:rPr sz="1600">
                <a:solidFill>
                  <a:srgbClr val="94A3B8"/>
                </a:solidFill>
                <a:latin typeface="Calibri"/>
              </a:rPr>
              <a:t>View the real-time conditions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974336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B82F6"/>
                </a:solidFill>
                <a:latin typeface="Calibri"/>
              </a:rPr>
              <a:t>3  </a:t>
            </a:r>
            <a:r>
              <a:rPr sz="1600">
                <a:solidFill>
                  <a:srgbClr val="94A3B8"/>
                </a:solidFill>
                <a:latin typeface="Calibri"/>
              </a:rPr>
              <a:t>Generate an AI briefing  —  watch Claude synthesize live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358384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B82F6"/>
                </a:solidFill>
                <a:latin typeface="Calibri"/>
              </a:rPr>
              <a:t>4  </a:t>
            </a:r>
            <a:r>
              <a:rPr sz="1600">
                <a:solidFill>
                  <a:srgbClr val="94A3B8"/>
                </a:solidFill>
                <a:latin typeface="Calibri"/>
              </a:rPr>
              <a:t>Explore the interactive map  (fire + earthquake markers)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742432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B82F6"/>
                </a:solidFill>
                <a:latin typeface="Calibri"/>
              </a:rPr>
              <a:t>5  </a:t>
            </a:r>
            <a:r>
              <a:rPr sz="1600">
                <a:solidFill>
                  <a:srgbClr val="94A3B8"/>
                </a:solidFill>
                <a:latin typeface="Calibri"/>
              </a:rPr>
              <a:t>Browse briefing history and watchlist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How It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332720" cy="1645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One afternoon.  One developer.  One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Not a mockup — a working application pulling live data from 6 APIs, deployed to the internet.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  <a:latin typeface="Calibri"/>
              </a:defRPr>
            </a:pPr>
            <a:r>
              <a:t>4,455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Lines of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36576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  <a:latin typeface="Calibri"/>
              </a:defRPr>
            </a:pPr>
            <a:r>
              <a:t>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480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TypeScript 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36576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480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Git Commits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36576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480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3657600"/>
            <a:ext cx="2286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794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480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Build Failures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Built entirely with Claude Code (Opus 4.6, 1M context)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Prompt-Driven Development — every action recorded as a sequential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3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Company briefing on 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100 Free APIs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Demo spec + tech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01168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8 prompts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Headless pipeline: 11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Fresh context per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4023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TypeScript verification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4389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Auto-commit on success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2011680"/>
            <a:ext cx="3383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8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Debug &amp;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8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6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Fixed 3 API 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Console log debugging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8" y="4023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Added Anthropic credits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4389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Deployed to Vercel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Build Pipeline Pattern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77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claude -p "feature prompt"  →  TypeScript verification  →  git commit  →  next feature</a:t>
            </a:r>
            <a:br/>
            <a:r>
              <a:t>Each feature gets a fresh context window. No context degradation. Clean git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17-Prompt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Every interaction recorded — the entire repo is transparent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19072"/>
            <a:ext cx="10972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19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001-002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91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Project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139696"/>
            <a:ext cx="109728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396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003-006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1226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Research: STS, APIs, spec, tech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10972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5328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Master setup prompt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980944"/>
            <a:ext cx="10972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9809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953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Fixed response approach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401568"/>
            <a:ext cx="10972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4015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3741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Research: agentic development patterns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822192"/>
            <a:ext cx="10972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22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Built entire app (11 steps, 0 failures)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242816"/>
            <a:ext cx="10972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2428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011-013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21538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API keys, nested .git fix, results update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663440"/>
            <a:ext cx="10972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6360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Started dev 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5084064"/>
            <a:ext cx="10972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0840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0566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Fixed fire, crime, and weather APIs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5504688"/>
            <a:ext cx="10972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5046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47725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Debugged briefing error (API credits)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5925312"/>
            <a:ext cx="10972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9253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897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Deployed to Vercel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6400800"/>
            <a:ext cx="274320" cy="2286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Human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6400800"/>
            <a:ext cx="274320" cy="228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81360" y="6400800"/>
            <a:ext cx="27432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47120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Claude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Real Bugs, Real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Claude Code doesn't just generate code — it debugs from console logs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54864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NASA FIRMS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12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400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20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URL used lat,lng,radius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920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Changed to bounding box: west,south,east,north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54864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FBI Crime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55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503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063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Wrong env var name (FBI_API_KEY vs FBI_CRIME_API_KEY)</a:t>
            </a:r>
            <a:br/>
            <a:r>
              <a:t>Wrong endpoint and date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63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Fixed env var + rewrote to use</a:t>
            </a:r>
            <a:br/>
            <a:r>
              <a:t>/summarized/state/{state}/{offense}?from=MM-YYYY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206240"/>
            <a:ext cx="54864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Open-Meteo Weather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98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Wrong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206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API defaults to Celsius and km/h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206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Added temperature_unit=fahrenheit</a:t>
            </a:r>
            <a:br/>
            <a:r>
              <a:t>and wind_speed_unit=mph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49240"/>
            <a:ext cx="54864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Claude Briefing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641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Empty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349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Anthropic API key had no credits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349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No code fix needed — added credits to account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852160"/>
            <a:ext cx="103327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94360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Method:  Rudy pasted browser console logs into a gitignored debug-logs/ folder. Claude Code read the logs, diagnosed the root cause, and applied the fix.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234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Next.js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71600"/>
            <a:ext cx="1234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371600"/>
            <a:ext cx="1234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3716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Tailwind CSS v4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1234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3716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shadcn/ui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1234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371600"/>
            <a:ext cx="1234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3716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TanStack 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371600"/>
            <a:ext cx="1234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716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React Leaflet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0" y="1371600"/>
            <a:ext cx="1234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13716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Anthropic SDK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148840"/>
            <a:ext cx="2194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6 Public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755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148840"/>
            <a:ext cx="2194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E6B"/>
                </a:solidFill>
                <a:latin typeface="Calibri"/>
              </a:defRPr>
            </a:pPr>
            <a:r>
              <a:t>lib/api/ wrappers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755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148840"/>
            <a:ext cx="2194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E6B"/>
                </a:solidFill>
                <a:latin typeface="Calibri"/>
              </a:defRPr>
            </a:pPr>
            <a:r>
              <a:t>app/api/ routes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755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2148840"/>
            <a:ext cx="2194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3E6B"/>
                </a:solidFill>
                <a:latin typeface="Calibri"/>
              </a:defRPr>
            </a:pPr>
            <a:r>
              <a:t>TanStack 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755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2148840"/>
            <a:ext cx="11887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2148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Server Components by default — 'use client' only when needed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Zustand stores with localStorage for offline persistence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Auto-refresh intervals tuned per data source (5min to 24hr)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React Leaflet with dynamic import + ssr: false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API routes proxy external calls (no CORS, key protection)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Promise.allSettled for fault-tolerant data gathering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Streaming response for AI briefing generation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 25 curated locations across 6 federal agencies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5394960"/>
            <a:ext cx="1033272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AI Briefing Pipeline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8521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Weather + Seismic + Fire + Crime + Astronomy  →  Promise.allSettled  →  Structured prompt  →  Claude claude-sonnet-4-20250514  →  Streamed 5-section briefing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Same Pattern, Your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TRAILHEAD uses the same agentic AI pattern STS is already building: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Calibri"/>
              </a:defRPr>
            </a:pPr>
            <a:r>
              <a:t>Gather structured data  →  Apply AI reasoning  →  Produce actionable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383280" cy="2011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TRAILHEAD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6 public APIs → Claude → operational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Built in one afternoon with Claude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743200"/>
            <a:ext cx="3383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C-CAT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CJIS policy documents → AI review → compliance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  <a:latin typeface="Calibri"/>
              </a:defRPr>
            </a:pPr>
            <a:r>
              <a:t>50+ minute manual reviews → under 4 minutes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2743200"/>
            <a:ext cx="3383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8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LEI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3474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Incident data → agentic AI → compliance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8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  <a:latin typeface="Calibri"/>
              </a:defRPr>
            </a:pPr>
            <a:r>
              <a:t>Automated officer compliance reporting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3492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Calibri"/>
              </a:defRPr>
            </a:pPr>
            <a:r>
              <a:t>Claude Code doesn't replace your engineers. It lets them build the first working version in a day instead of a sprint.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97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Your DEAM practice already integrates disparate data sources. Your engineers already understand agentic patterns.</a:t>
            </a:r>
            <a:br/>
            <a:r>
              <a:t>Claude Code accelerates the path from idea to working prototype.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What Could Come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Imagine TRAILHEAD connected to real operational data: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54864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LERMS incident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042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The briefing includes overnight incidents, arrests, and citations from the officer's jurisdiction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88920"/>
            <a:ext cx="54864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CAD dispatch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81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Real-time call volume and active incidents layered onto the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566160"/>
            <a:ext cx="54864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CJIS-compliant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587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Secure access to criminal history and warrant data within the briefing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343400"/>
            <a:ext cx="54864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Officer shift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360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Personalized briefings based on assignment area, role, and shift timing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120640"/>
            <a:ext cx="54864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4A"/>
                </a:solidFill>
                <a:latin typeface="Calibri"/>
              </a:defRPr>
            </a:pPr>
            <a:r>
              <a:t>Multi-agency coordination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4132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Cross-bureau situational awareness for joint 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"That's a product conversation, not a technology barrier."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5087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Claude Code builds real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Not mockups — production-grade code with proper architecture, error handling, and deployment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4688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231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Prompt engineering is the new project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88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Clear specs, sequential prompts, and verification gates produce reliable results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4290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83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AI accelerates the 0-to-80% dramatically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49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Infrastructure, boilerplate, API integrations, and UI come together in hours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3891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434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The last 20% still needs a human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091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API quirks, debugging, deployment config — real-world integration requires human judgment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53492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303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The pattern scales to your 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69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Same approach works for any "gather data + apply AI reasoning + produce output" workflow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App:  trailhead-pearl.vercel.app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Repo:  github.com/keepitsts/claude-ai-brown-bag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Every prompt is in the repo  —  the entire process is transparent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